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8" r:id="rId2"/>
    <p:sldId id="268" r:id="rId3"/>
    <p:sldId id="257" r:id="rId4"/>
    <p:sldId id="269" r:id="rId5"/>
    <p:sldId id="259" r:id="rId6"/>
    <p:sldId id="260" r:id="rId7"/>
    <p:sldId id="270" r:id="rId8"/>
    <p:sldId id="271" r:id="rId9"/>
    <p:sldId id="262" r:id="rId10"/>
    <p:sldId id="272" r:id="rId11"/>
    <p:sldId id="263" r:id="rId12"/>
    <p:sldId id="275" r:id="rId13"/>
    <p:sldId id="273" r:id="rId14"/>
    <p:sldId id="277" r:id="rId15"/>
    <p:sldId id="280" r:id="rId16"/>
    <p:sldId id="281" r:id="rId17"/>
    <p:sldId id="283" r:id="rId18"/>
    <p:sldId id="266"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1E4915-1F9B-43C8-8FCE-999B9CB33613}" v="5" dt="2026-03-11T15:31:26.0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p:cViewPr varScale="1">
        <p:scale>
          <a:sx n="77" d="100"/>
          <a:sy n="77" d="100"/>
        </p:scale>
        <p:origin x="90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4A38F3-192B-4AF5-B6EB-88408A04252D}" type="datetimeFigureOut">
              <a:rPr lang="en-IN" smtClean="0"/>
              <a:t>12-03-2026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A93505-FA06-449B-A7DC-409DF7EBFECB}" type="slidenum">
              <a:rPr lang="en-IN" smtClean="0"/>
              <a:t>‹#›</a:t>
            </a:fld>
            <a:endParaRPr lang="en-IN"/>
          </a:p>
        </p:txBody>
      </p:sp>
    </p:spTree>
    <p:extLst>
      <p:ext uri="{BB962C8B-B14F-4D97-AF65-F5344CB8AC3E}">
        <p14:creationId xmlns:p14="http://schemas.microsoft.com/office/powerpoint/2010/main" val="35118121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p2:notes"/>
          <p:cNvSpPr txBox="1">
            <a:spLocks noGrp="1"/>
          </p:cNvSpPr>
          <p:nvPr>
            <p:ph type="body" idx="1"/>
          </p:nvPr>
        </p:nvSpPr>
        <p:spPr>
          <a:xfrm>
            <a:off x="914400" y="2443150"/>
            <a:ext cx="7315200" cy="2314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p2: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1B3B1-91F4-242C-EF75-0A2CE2DAF0E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IN"/>
          </a:p>
        </p:txBody>
      </p:sp>
      <p:sp>
        <p:nvSpPr>
          <p:cNvPr id="3" name="Subtitle 2">
            <a:extLst>
              <a:ext uri="{FF2B5EF4-FFF2-40B4-BE49-F238E27FC236}">
                <a16:creationId xmlns:a16="http://schemas.microsoft.com/office/drawing/2014/main" id="{92954E81-2EDF-7257-2067-A1D00BA086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IN"/>
          </a:p>
        </p:txBody>
      </p:sp>
      <p:sp>
        <p:nvSpPr>
          <p:cNvPr id="4" name="Date Placeholder 3">
            <a:extLst>
              <a:ext uri="{FF2B5EF4-FFF2-40B4-BE49-F238E27FC236}">
                <a16:creationId xmlns:a16="http://schemas.microsoft.com/office/drawing/2014/main" id="{ACFC1D16-6DAD-033F-50B4-71C35AA2A6BD}"/>
              </a:ext>
            </a:extLst>
          </p:cNvPr>
          <p:cNvSpPr>
            <a:spLocks noGrp="1"/>
          </p:cNvSpPr>
          <p:nvPr>
            <p:ph type="dt" sz="half" idx="10"/>
          </p:nvPr>
        </p:nvSpPr>
        <p:spPr/>
        <p:txBody>
          <a:bodyPr/>
          <a:lstStyle/>
          <a:p>
            <a:fld id="{02ED0C10-50F8-485A-BECB-0D78C13AE10C}" type="datetimeFigureOut">
              <a:rPr lang="en-IN" smtClean="0"/>
              <a:t>12-03-2026</a:t>
            </a:fld>
            <a:endParaRPr lang="en-IN"/>
          </a:p>
        </p:txBody>
      </p:sp>
      <p:sp>
        <p:nvSpPr>
          <p:cNvPr id="5" name="Footer Placeholder 4">
            <a:extLst>
              <a:ext uri="{FF2B5EF4-FFF2-40B4-BE49-F238E27FC236}">
                <a16:creationId xmlns:a16="http://schemas.microsoft.com/office/drawing/2014/main" id="{EB5DCAE8-3EE4-2AFF-0978-6B0E545E8A4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F44408B-47E5-A675-9512-F8D5A38BE143}"/>
              </a:ext>
            </a:extLst>
          </p:cNvPr>
          <p:cNvSpPr>
            <a:spLocks noGrp="1"/>
          </p:cNvSpPr>
          <p:nvPr>
            <p:ph type="sldNum" sz="quarter" idx="12"/>
          </p:nvPr>
        </p:nvSpPr>
        <p:spPr/>
        <p:txBody>
          <a:bodyPr/>
          <a:lstStyle/>
          <a:p>
            <a:fld id="{1234CBC5-ADDC-40CC-AEBD-F20E0D7B81EA}" type="slidenum">
              <a:rPr lang="en-IN" smtClean="0"/>
              <a:t>‹#›</a:t>
            </a:fld>
            <a:endParaRPr lang="en-IN"/>
          </a:p>
        </p:txBody>
      </p:sp>
    </p:spTree>
    <p:extLst>
      <p:ext uri="{BB962C8B-B14F-4D97-AF65-F5344CB8AC3E}">
        <p14:creationId xmlns:p14="http://schemas.microsoft.com/office/powerpoint/2010/main" val="15081684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9F560-C992-1E74-6B28-0D1D0EDDC67F}"/>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39407C41-0FC7-946B-3F71-D9716681B7BB}"/>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28B5C209-10F6-B658-A35D-41D49E9D32DB}"/>
              </a:ext>
            </a:extLst>
          </p:cNvPr>
          <p:cNvSpPr>
            <a:spLocks noGrp="1"/>
          </p:cNvSpPr>
          <p:nvPr>
            <p:ph type="dt" sz="half" idx="10"/>
          </p:nvPr>
        </p:nvSpPr>
        <p:spPr/>
        <p:txBody>
          <a:bodyPr/>
          <a:lstStyle/>
          <a:p>
            <a:fld id="{02ED0C10-50F8-485A-BECB-0D78C13AE10C}" type="datetimeFigureOut">
              <a:rPr lang="en-IN" smtClean="0"/>
              <a:t>12-03-2026</a:t>
            </a:fld>
            <a:endParaRPr lang="en-IN"/>
          </a:p>
        </p:txBody>
      </p:sp>
      <p:sp>
        <p:nvSpPr>
          <p:cNvPr id="5" name="Footer Placeholder 4">
            <a:extLst>
              <a:ext uri="{FF2B5EF4-FFF2-40B4-BE49-F238E27FC236}">
                <a16:creationId xmlns:a16="http://schemas.microsoft.com/office/drawing/2014/main" id="{265C4EEC-4121-1455-CB4F-86B56D69CD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26BB1C0-1070-7CA3-705A-DBB652323B88}"/>
              </a:ext>
            </a:extLst>
          </p:cNvPr>
          <p:cNvSpPr>
            <a:spLocks noGrp="1"/>
          </p:cNvSpPr>
          <p:nvPr>
            <p:ph type="sldNum" sz="quarter" idx="12"/>
          </p:nvPr>
        </p:nvSpPr>
        <p:spPr/>
        <p:txBody>
          <a:bodyPr/>
          <a:lstStyle/>
          <a:p>
            <a:fld id="{1234CBC5-ADDC-40CC-AEBD-F20E0D7B81EA}" type="slidenum">
              <a:rPr lang="en-IN" smtClean="0"/>
              <a:t>‹#›</a:t>
            </a:fld>
            <a:endParaRPr lang="en-IN"/>
          </a:p>
        </p:txBody>
      </p:sp>
    </p:spTree>
    <p:extLst>
      <p:ext uri="{BB962C8B-B14F-4D97-AF65-F5344CB8AC3E}">
        <p14:creationId xmlns:p14="http://schemas.microsoft.com/office/powerpoint/2010/main" val="774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E337C-4BB1-7392-9CF9-97CA17C46C9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IN"/>
          </a:p>
        </p:txBody>
      </p:sp>
      <p:sp>
        <p:nvSpPr>
          <p:cNvPr id="3" name="Text Placeholder 2">
            <a:extLst>
              <a:ext uri="{FF2B5EF4-FFF2-40B4-BE49-F238E27FC236}">
                <a16:creationId xmlns:a16="http://schemas.microsoft.com/office/drawing/2014/main" id="{20FD8860-0D71-6F58-CD60-5A76F7C98FB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8EBBF68-A71D-C064-90CA-3D07698FF276}"/>
              </a:ext>
            </a:extLst>
          </p:cNvPr>
          <p:cNvSpPr>
            <a:spLocks noGrp="1"/>
          </p:cNvSpPr>
          <p:nvPr>
            <p:ph type="dt" sz="half" idx="10"/>
          </p:nvPr>
        </p:nvSpPr>
        <p:spPr/>
        <p:txBody>
          <a:bodyPr/>
          <a:lstStyle/>
          <a:p>
            <a:fld id="{02ED0C10-50F8-485A-BECB-0D78C13AE10C}" type="datetimeFigureOut">
              <a:rPr lang="en-IN" smtClean="0"/>
              <a:t>12-03-2026</a:t>
            </a:fld>
            <a:endParaRPr lang="en-IN"/>
          </a:p>
        </p:txBody>
      </p:sp>
      <p:sp>
        <p:nvSpPr>
          <p:cNvPr id="5" name="Footer Placeholder 4">
            <a:extLst>
              <a:ext uri="{FF2B5EF4-FFF2-40B4-BE49-F238E27FC236}">
                <a16:creationId xmlns:a16="http://schemas.microsoft.com/office/drawing/2014/main" id="{8AC861B5-40F4-D0D4-C04A-CC599BB01B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A136464-960B-63B1-8F5E-1C18CC3E9A57}"/>
              </a:ext>
            </a:extLst>
          </p:cNvPr>
          <p:cNvSpPr>
            <a:spLocks noGrp="1"/>
          </p:cNvSpPr>
          <p:nvPr>
            <p:ph type="sldNum" sz="quarter" idx="12"/>
          </p:nvPr>
        </p:nvSpPr>
        <p:spPr/>
        <p:txBody>
          <a:bodyPr/>
          <a:lstStyle/>
          <a:p>
            <a:fld id="{1234CBC5-ADDC-40CC-AEBD-F20E0D7B81EA}" type="slidenum">
              <a:rPr lang="en-IN" smtClean="0"/>
              <a:t>‹#›</a:t>
            </a:fld>
            <a:endParaRPr lang="en-IN"/>
          </a:p>
        </p:txBody>
      </p:sp>
    </p:spTree>
    <p:extLst>
      <p:ext uri="{BB962C8B-B14F-4D97-AF65-F5344CB8AC3E}">
        <p14:creationId xmlns:p14="http://schemas.microsoft.com/office/powerpoint/2010/main" val="18699644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62FB3-9D72-F948-6B43-F94599F97F43}"/>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CDEEB328-F3A0-974D-F44A-894D90C8F742}"/>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Content Placeholder 3">
            <a:extLst>
              <a:ext uri="{FF2B5EF4-FFF2-40B4-BE49-F238E27FC236}">
                <a16:creationId xmlns:a16="http://schemas.microsoft.com/office/drawing/2014/main" id="{C2F8F9AB-CF46-23F3-F497-6B3F0138A8D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Date Placeholder 4">
            <a:extLst>
              <a:ext uri="{FF2B5EF4-FFF2-40B4-BE49-F238E27FC236}">
                <a16:creationId xmlns:a16="http://schemas.microsoft.com/office/drawing/2014/main" id="{F388B1C6-9881-BC08-4390-56D1B4F72F85}"/>
              </a:ext>
            </a:extLst>
          </p:cNvPr>
          <p:cNvSpPr>
            <a:spLocks noGrp="1"/>
          </p:cNvSpPr>
          <p:nvPr>
            <p:ph type="dt" sz="half" idx="10"/>
          </p:nvPr>
        </p:nvSpPr>
        <p:spPr/>
        <p:txBody>
          <a:bodyPr/>
          <a:lstStyle/>
          <a:p>
            <a:fld id="{02ED0C10-50F8-485A-BECB-0D78C13AE10C}" type="datetimeFigureOut">
              <a:rPr lang="en-IN" smtClean="0"/>
              <a:t>12-03-2026</a:t>
            </a:fld>
            <a:endParaRPr lang="en-IN"/>
          </a:p>
        </p:txBody>
      </p:sp>
      <p:sp>
        <p:nvSpPr>
          <p:cNvPr id="6" name="Footer Placeholder 5">
            <a:extLst>
              <a:ext uri="{FF2B5EF4-FFF2-40B4-BE49-F238E27FC236}">
                <a16:creationId xmlns:a16="http://schemas.microsoft.com/office/drawing/2014/main" id="{F40D3990-BD02-B38D-F8F2-C3C96F44B0C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4F2D597-0B4F-4920-35B4-707C8CAAE459}"/>
              </a:ext>
            </a:extLst>
          </p:cNvPr>
          <p:cNvSpPr>
            <a:spLocks noGrp="1"/>
          </p:cNvSpPr>
          <p:nvPr>
            <p:ph type="sldNum" sz="quarter" idx="12"/>
          </p:nvPr>
        </p:nvSpPr>
        <p:spPr/>
        <p:txBody>
          <a:bodyPr/>
          <a:lstStyle/>
          <a:p>
            <a:fld id="{1234CBC5-ADDC-40CC-AEBD-F20E0D7B81EA}" type="slidenum">
              <a:rPr lang="en-IN" smtClean="0"/>
              <a:t>‹#›</a:t>
            </a:fld>
            <a:endParaRPr lang="en-IN"/>
          </a:p>
        </p:txBody>
      </p:sp>
    </p:spTree>
    <p:extLst>
      <p:ext uri="{BB962C8B-B14F-4D97-AF65-F5344CB8AC3E}">
        <p14:creationId xmlns:p14="http://schemas.microsoft.com/office/powerpoint/2010/main" val="19113930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A78D9-BC9E-C8E0-9E6E-BB2156083DD8}"/>
              </a:ext>
            </a:extLst>
          </p:cNvPr>
          <p:cNvSpPr>
            <a:spLocks noGrp="1"/>
          </p:cNvSpPr>
          <p:nvPr>
            <p:ph type="title"/>
          </p:nvPr>
        </p:nvSpPr>
        <p:spPr>
          <a:xfrm>
            <a:off x="839788" y="365125"/>
            <a:ext cx="10515600" cy="1325563"/>
          </a:xfrm>
        </p:spPr>
        <p:txBody>
          <a:bodyPr/>
          <a:lstStyle/>
          <a:p>
            <a:r>
              <a:rPr lang="en-GB"/>
              <a:t>Click to edit Master title style</a:t>
            </a:r>
            <a:endParaRPr lang="en-IN"/>
          </a:p>
        </p:txBody>
      </p:sp>
      <p:sp>
        <p:nvSpPr>
          <p:cNvPr id="3" name="Text Placeholder 2">
            <a:extLst>
              <a:ext uri="{FF2B5EF4-FFF2-40B4-BE49-F238E27FC236}">
                <a16:creationId xmlns:a16="http://schemas.microsoft.com/office/drawing/2014/main" id="{8FDFF5C0-7CB4-3526-A938-2057BF35ADC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11DB1F2-DCB9-8C99-6CEF-9779F57977ED}"/>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Text Placeholder 4">
            <a:extLst>
              <a:ext uri="{FF2B5EF4-FFF2-40B4-BE49-F238E27FC236}">
                <a16:creationId xmlns:a16="http://schemas.microsoft.com/office/drawing/2014/main" id="{4176D86D-7094-B936-CF7B-AE23F4A0AC0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EA03DA25-69E3-E636-50A1-0C1C4B746DB2}"/>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7" name="Date Placeholder 6">
            <a:extLst>
              <a:ext uri="{FF2B5EF4-FFF2-40B4-BE49-F238E27FC236}">
                <a16:creationId xmlns:a16="http://schemas.microsoft.com/office/drawing/2014/main" id="{F5DE0E04-1435-63A5-B1F2-B3B286484E09}"/>
              </a:ext>
            </a:extLst>
          </p:cNvPr>
          <p:cNvSpPr>
            <a:spLocks noGrp="1"/>
          </p:cNvSpPr>
          <p:nvPr>
            <p:ph type="dt" sz="half" idx="10"/>
          </p:nvPr>
        </p:nvSpPr>
        <p:spPr/>
        <p:txBody>
          <a:bodyPr/>
          <a:lstStyle/>
          <a:p>
            <a:fld id="{02ED0C10-50F8-485A-BECB-0D78C13AE10C}" type="datetimeFigureOut">
              <a:rPr lang="en-IN" smtClean="0"/>
              <a:t>12-03-2026</a:t>
            </a:fld>
            <a:endParaRPr lang="en-IN"/>
          </a:p>
        </p:txBody>
      </p:sp>
      <p:sp>
        <p:nvSpPr>
          <p:cNvPr id="8" name="Footer Placeholder 7">
            <a:extLst>
              <a:ext uri="{FF2B5EF4-FFF2-40B4-BE49-F238E27FC236}">
                <a16:creationId xmlns:a16="http://schemas.microsoft.com/office/drawing/2014/main" id="{BC4830A7-642A-C481-A25E-B3884F872C0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D5C05A2-7F0D-72A8-9F77-E6D4B9A4DD26}"/>
              </a:ext>
            </a:extLst>
          </p:cNvPr>
          <p:cNvSpPr>
            <a:spLocks noGrp="1"/>
          </p:cNvSpPr>
          <p:nvPr>
            <p:ph type="sldNum" sz="quarter" idx="12"/>
          </p:nvPr>
        </p:nvSpPr>
        <p:spPr/>
        <p:txBody>
          <a:bodyPr/>
          <a:lstStyle/>
          <a:p>
            <a:fld id="{1234CBC5-ADDC-40CC-AEBD-F20E0D7B81EA}" type="slidenum">
              <a:rPr lang="en-IN" smtClean="0"/>
              <a:t>‹#›</a:t>
            </a:fld>
            <a:endParaRPr lang="en-IN"/>
          </a:p>
        </p:txBody>
      </p:sp>
    </p:spTree>
    <p:extLst>
      <p:ext uri="{BB962C8B-B14F-4D97-AF65-F5344CB8AC3E}">
        <p14:creationId xmlns:p14="http://schemas.microsoft.com/office/powerpoint/2010/main" val="39144420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81860-A837-B4CF-9706-0A8723557E45}"/>
              </a:ext>
            </a:extLst>
          </p:cNvPr>
          <p:cNvSpPr>
            <a:spLocks noGrp="1"/>
          </p:cNvSpPr>
          <p:nvPr>
            <p:ph type="title"/>
          </p:nvPr>
        </p:nvSpPr>
        <p:spPr/>
        <p:txBody>
          <a:bodyPr/>
          <a:lstStyle/>
          <a:p>
            <a:r>
              <a:rPr lang="en-GB"/>
              <a:t>Click to edit Master title style</a:t>
            </a:r>
            <a:endParaRPr lang="en-IN"/>
          </a:p>
        </p:txBody>
      </p:sp>
      <p:sp>
        <p:nvSpPr>
          <p:cNvPr id="3" name="Date Placeholder 2">
            <a:extLst>
              <a:ext uri="{FF2B5EF4-FFF2-40B4-BE49-F238E27FC236}">
                <a16:creationId xmlns:a16="http://schemas.microsoft.com/office/drawing/2014/main" id="{2A68DC06-1890-A194-8ED4-BF319F259AF9}"/>
              </a:ext>
            </a:extLst>
          </p:cNvPr>
          <p:cNvSpPr>
            <a:spLocks noGrp="1"/>
          </p:cNvSpPr>
          <p:nvPr>
            <p:ph type="dt" sz="half" idx="10"/>
          </p:nvPr>
        </p:nvSpPr>
        <p:spPr/>
        <p:txBody>
          <a:bodyPr/>
          <a:lstStyle/>
          <a:p>
            <a:fld id="{02ED0C10-50F8-485A-BECB-0D78C13AE10C}" type="datetimeFigureOut">
              <a:rPr lang="en-IN" smtClean="0"/>
              <a:t>12-03-2026</a:t>
            </a:fld>
            <a:endParaRPr lang="en-IN"/>
          </a:p>
        </p:txBody>
      </p:sp>
      <p:sp>
        <p:nvSpPr>
          <p:cNvPr id="4" name="Footer Placeholder 3">
            <a:extLst>
              <a:ext uri="{FF2B5EF4-FFF2-40B4-BE49-F238E27FC236}">
                <a16:creationId xmlns:a16="http://schemas.microsoft.com/office/drawing/2014/main" id="{9BBA9BAE-7DFD-17BB-701E-93B5F05E0AB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6D0BDAD-2008-8DDC-7F39-B8953DCD6D31}"/>
              </a:ext>
            </a:extLst>
          </p:cNvPr>
          <p:cNvSpPr>
            <a:spLocks noGrp="1"/>
          </p:cNvSpPr>
          <p:nvPr>
            <p:ph type="sldNum" sz="quarter" idx="12"/>
          </p:nvPr>
        </p:nvSpPr>
        <p:spPr/>
        <p:txBody>
          <a:bodyPr/>
          <a:lstStyle/>
          <a:p>
            <a:fld id="{1234CBC5-ADDC-40CC-AEBD-F20E0D7B81EA}" type="slidenum">
              <a:rPr lang="en-IN" smtClean="0"/>
              <a:t>‹#›</a:t>
            </a:fld>
            <a:endParaRPr lang="en-IN"/>
          </a:p>
        </p:txBody>
      </p:sp>
    </p:spTree>
    <p:extLst>
      <p:ext uri="{BB962C8B-B14F-4D97-AF65-F5344CB8AC3E}">
        <p14:creationId xmlns:p14="http://schemas.microsoft.com/office/powerpoint/2010/main" val="35835777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DEBBD00-14D3-E719-ABF3-50E8DA9324D3}"/>
              </a:ext>
            </a:extLst>
          </p:cNvPr>
          <p:cNvSpPr>
            <a:spLocks noGrp="1"/>
          </p:cNvSpPr>
          <p:nvPr>
            <p:ph type="dt" sz="half" idx="10"/>
          </p:nvPr>
        </p:nvSpPr>
        <p:spPr/>
        <p:txBody>
          <a:bodyPr/>
          <a:lstStyle/>
          <a:p>
            <a:fld id="{02ED0C10-50F8-485A-BECB-0D78C13AE10C}" type="datetimeFigureOut">
              <a:rPr lang="en-IN" smtClean="0"/>
              <a:t>12-03-2026</a:t>
            </a:fld>
            <a:endParaRPr lang="en-IN"/>
          </a:p>
        </p:txBody>
      </p:sp>
      <p:sp>
        <p:nvSpPr>
          <p:cNvPr id="3" name="Footer Placeholder 2">
            <a:extLst>
              <a:ext uri="{FF2B5EF4-FFF2-40B4-BE49-F238E27FC236}">
                <a16:creationId xmlns:a16="http://schemas.microsoft.com/office/drawing/2014/main" id="{2A80D0D8-1997-C142-0E78-87B826D0C7A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D60B66F-FE89-4D27-79DC-C6658254C16E}"/>
              </a:ext>
            </a:extLst>
          </p:cNvPr>
          <p:cNvSpPr>
            <a:spLocks noGrp="1"/>
          </p:cNvSpPr>
          <p:nvPr>
            <p:ph type="sldNum" sz="quarter" idx="12"/>
          </p:nvPr>
        </p:nvSpPr>
        <p:spPr/>
        <p:txBody>
          <a:bodyPr/>
          <a:lstStyle/>
          <a:p>
            <a:fld id="{1234CBC5-ADDC-40CC-AEBD-F20E0D7B81EA}" type="slidenum">
              <a:rPr lang="en-IN" smtClean="0"/>
              <a:t>‹#›</a:t>
            </a:fld>
            <a:endParaRPr lang="en-IN"/>
          </a:p>
        </p:txBody>
      </p:sp>
    </p:spTree>
    <p:extLst>
      <p:ext uri="{BB962C8B-B14F-4D97-AF65-F5344CB8AC3E}">
        <p14:creationId xmlns:p14="http://schemas.microsoft.com/office/powerpoint/2010/main" val="22066812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086CA-9B69-169D-6F6A-DF190F4290F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Content Placeholder 2">
            <a:extLst>
              <a:ext uri="{FF2B5EF4-FFF2-40B4-BE49-F238E27FC236}">
                <a16:creationId xmlns:a16="http://schemas.microsoft.com/office/drawing/2014/main" id="{2D48AADE-13D3-D6F3-7202-158A1EE3C1A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Text Placeholder 3">
            <a:extLst>
              <a:ext uri="{FF2B5EF4-FFF2-40B4-BE49-F238E27FC236}">
                <a16:creationId xmlns:a16="http://schemas.microsoft.com/office/drawing/2014/main" id="{F08BE3FB-D536-89A4-8858-318E224FC9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A7EDF25-B170-494F-04E9-24AAB0E6C5DE}"/>
              </a:ext>
            </a:extLst>
          </p:cNvPr>
          <p:cNvSpPr>
            <a:spLocks noGrp="1"/>
          </p:cNvSpPr>
          <p:nvPr>
            <p:ph type="dt" sz="half" idx="10"/>
          </p:nvPr>
        </p:nvSpPr>
        <p:spPr/>
        <p:txBody>
          <a:bodyPr/>
          <a:lstStyle/>
          <a:p>
            <a:fld id="{02ED0C10-50F8-485A-BECB-0D78C13AE10C}" type="datetimeFigureOut">
              <a:rPr lang="en-IN" smtClean="0"/>
              <a:t>12-03-2026</a:t>
            </a:fld>
            <a:endParaRPr lang="en-IN"/>
          </a:p>
        </p:txBody>
      </p:sp>
      <p:sp>
        <p:nvSpPr>
          <p:cNvPr id="6" name="Footer Placeholder 5">
            <a:extLst>
              <a:ext uri="{FF2B5EF4-FFF2-40B4-BE49-F238E27FC236}">
                <a16:creationId xmlns:a16="http://schemas.microsoft.com/office/drawing/2014/main" id="{E08E14E8-1CC9-5D51-406A-91E62D8AA99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3A91B69-891F-C30B-DC65-807CDB5AA0F4}"/>
              </a:ext>
            </a:extLst>
          </p:cNvPr>
          <p:cNvSpPr>
            <a:spLocks noGrp="1"/>
          </p:cNvSpPr>
          <p:nvPr>
            <p:ph type="sldNum" sz="quarter" idx="12"/>
          </p:nvPr>
        </p:nvSpPr>
        <p:spPr/>
        <p:txBody>
          <a:bodyPr/>
          <a:lstStyle/>
          <a:p>
            <a:fld id="{1234CBC5-ADDC-40CC-AEBD-F20E0D7B81EA}" type="slidenum">
              <a:rPr lang="en-IN" smtClean="0"/>
              <a:t>‹#›</a:t>
            </a:fld>
            <a:endParaRPr lang="en-IN"/>
          </a:p>
        </p:txBody>
      </p:sp>
    </p:spTree>
    <p:extLst>
      <p:ext uri="{BB962C8B-B14F-4D97-AF65-F5344CB8AC3E}">
        <p14:creationId xmlns:p14="http://schemas.microsoft.com/office/powerpoint/2010/main" val="14264063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2DB18-C935-B927-F258-D398A143EF1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Picture Placeholder 2">
            <a:extLst>
              <a:ext uri="{FF2B5EF4-FFF2-40B4-BE49-F238E27FC236}">
                <a16:creationId xmlns:a16="http://schemas.microsoft.com/office/drawing/2014/main" id="{7299621D-96D3-5530-1780-3087E68740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610599D-68F6-B493-76D1-426B9A1D50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04FDA38-D427-567C-A714-18BE7D51C74B}"/>
              </a:ext>
            </a:extLst>
          </p:cNvPr>
          <p:cNvSpPr>
            <a:spLocks noGrp="1"/>
          </p:cNvSpPr>
          <p:nvPr>
            <p:ph type="dt" sz="half" idx="10"/>
          </p:nvPr>
        </p:nvSpPr>
        <p:spPr/>
        <p:txBody>
          <a:bodyPr/>
          <a:lstStyle/>
          <a:p>
            <a:fld id="{02ED0C10-50F8-485A-BECB-0D78C13AE10C}" type="datetimeFigureOut">
              <a:rPr lang="en-IN" smtClean="0"/>
              <a:t>12-03-2026</a:t>
            </a:fld>
            <a:endParaRPr lang="en-IN"/>
          </a:p>
        </p:txBody>
      </p:sp>
      <p:sp>
        <p:nvSpPr>
          <p:cNvPr id="6" name="Footer Placeholder 5">
            <a:extLst>
              <a:ext uri="{FF2B5EF4-FFF2-40B4-BE49-F238E27FC236}">
                <a16:creationId xmlns:a16="http://schemas.microsoft.com/office/drawing/2014/main" id="{B67E7235-6E2E-5CB9-B9FA-0878BFF5461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3E73D10-3936-3526-ABCC-252810E1E93F}"/>
              </a:ext>
            </a:extLst>
          </p:cNvPr>
          <p:cNvSpPr>
            <a:spLocks noGrp="1"/>
          </p:cNvSpPr>
          <p:nvPr>
            <p:ph type="sldNum" sz="quarter" idx="12"/>
          </p:nvPr>
        </p:nvSpPr>
        <p:spPr/>
        <p:txBody>
          <a:bodyPr/>
          <a:lstStyle/>
          <a:p>
            <a:fld id="{1234CBC5-ADDC-40CC-AEBD-F20E0D7B81EA}" type="slidenum">
              <a:rPr lang="en-IN" smtClean="0"/>
              <a:t>‹#›</a:t>
            </a:fld>
            <a:endParaRPr lang="en-IN"/>
          </a:p>
        </p:txBody>
      </p:sp>
    </p:spTree>
    <p:extLst>
      <p:ext uri="{BB962C8B-B14F-4D97-AF65-F5344CB8AC3E}">
        <p14:creationId xmlns:p14="http://schemas.microsoft.com/office/powerpoint/2010/main" val="26380900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FD962-41E0-DD93-5E24-6EC2EBA530DF}"/>
              </a:ext>
            </a:extLst>
          </p:cNvPr>
          <p:cNvSpPr>
            <a:spLocks noGrp="1"/>
          </p:cNvSpPr>
          <p:nvPr>
            <p:ph type="title"/>
          </p:nvPr>
        </p:nvSpPr>
        <p:spPr/>
        <p:txBody>
          <a:bodyPr/>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DEDE9F3C-F8F8-CF7E-703A-AB34460F4458}"/>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27E2635D-3508-C360-23F5-796849A2C060}"/>
              </a:ext>
            </a:extLst>
          </p:cNvPr>
          <p:cNvSpPr>
            <a:spLocks noGrp="1"/>
          </p:cNvSpPr>
          <p:nvPr>
            <p:ph type="dt" sz="half" idx="10"/>
          </p:nvPr>
        </p:nvSpPr>
        <p:spPr/>
        <p:txBody>
          <a:bodyPr/>
          <a:lstStyle/>
          <a:p>
            <a:fld id="{02ED0C10-50F8-485A-BECB-0D78C13AE10C}" type="datetimeFigureOut">
              <a:rPr lang="en-IN" smtClean="0"/>
              <a:t>12-03-2026</a:t>
            </a:fld>
            <a:endParaRPr lang="en-IN"/>
          </a:p>
        </p:txBody>
      </p:sp>
      <p:sp>
        <p:nvSpPr>
          <p:cNvPr id="5" name="Footer Placeholder 4">
            <a:extLst>
              <a:ext uri="{FF2B5EF4-FFF2-40B4-BE49-F238E27FC236}">
                <a16:creationId xmlns:a16="http://schemas.microsoft.com/office/drawing/2014/main" id="{6232BF3A-31DB-2145-1B14-9E3C0A7B332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E261B06-0C1E-B1BB-5E4E-5450CEACC710}"/>
              </a:ext>
            </a:extLst>
          </p:cNvPr>
          <p:cNvSpPr>
            <a:spLocks noGrp="1"/>
          </p:cNvSpPr>
          <p:nvPr>
            <p:ph type="sldNum" sz="quarter" idx="12"/>
          </p:nvPr>
        </p:nvSpPr>
        <p:spPr/>
        <p:txBody>
          <a:bodyPr/>
          <a:lstStyle/>
          <a:p>
            <a:fld id="{1234CBC5-ADDC-40CC-AEBD-F20E0D7B81EA}" type="slidenum">
              <a:rPr lang="en-IN" smtClean="0"/>
              <a:t>‹#›</a:t>
            </a:fld>
            <a:endParaRPr lang="en-IN"/>
          </a:p>
        </p:txBody>
      </p:sp>
    </p:spTree>
    <p:extLst>
      <p:ext uri="{BB962C8B-B14F-4D97-AF65-F5344CB8AC3E}">
        <p14:creationId xmlns:p14="http://schemas.microsoft.com/office/powerpoint/2010/main" val="28795399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7A4D588-A7B2-E91F-5F8E-EFF2E4E1D8E5}"/>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7E36E15C-D987-8379-F5F9-F6B94A7A9A77}"/>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A2C53950-3D7E-E195-D5FD-BA329399C0FB}"/>
              </a:ext>
            </a:extLst>
          </p:cNvPr>
          <p:cNvSpPr>
            <a:spLocks noGrp="1"/>
          </p:cNvSpPr>
          <p:nvPr>
            <p:ph type="dt" sz="half" idx="10"/>
          </p:nvPr>
        </p:nvSpPr>
        <p:spPr/>
        <p:txBody>
          <a:bodyPr/>
          <a:lstStyle/>
          <a:p>
            <a:fld id="{02ED0C10-50F8-485A-BECB-0D78C13AE10C}" type="datetimeFigureOut">
              <a:rPr lang="en-IN" smtClean="0"/>
              <a:t>12-03-2026</a:t>
            </a:fld>
            <a:endParaRPr lang="en-IN"/>
          </a:p>
        </p:txBody>
      </p:sp>
      <p:sp>
        <p:nvSpPr>
          <p:cNvPr id="5" name="Footer Placeholder 4">
            <a:extLst>
              <a:ext uri="{FF2B5EF4-FFF2-40B4-BE49-F238E27FC236}">
                <a16:creationId xmlns:a16="http://schemas.microsoft.com/office/drawing/2014/main" id="{4D7724E2-0467-48BE-C61B-126B96A8EE6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9AD4376-80D3-CEFA-7EF3-F0D40972FFC4}"/>
              </a:ext>
            </a:extLst>
          </p:cNvPr>
          <p:cNvSpPr>
            <a:spLocks noGrp="1"/>
          </p:cNvSpPr>
          <p:nvPr>
            <p:ph type="sldNum" sz="quarter" idx="12"/>
          </p:nvPr>
        </p:nvSpPr>
        <p:spPr/>
        <p:txBody>
          <a:bodyPr/>
          <a:lstStyle/>
          <a:p>
            <a:fld id="{1234CBC5-ADDC-40CC-AEBD-F20E0D7B81EA}" type="slidenum">
              <a:rPr lang="en-IN" smtClean="0"/>
              <a:t>‹#›</a:t>
            </a:fld>
            <a:endParaRPr lang="en-IN"/>
          </a:p>
        </p:txBody>
      </p:sp>
    </p:spTree>
    <p:extLst>
      <p:ext uri="{BB962C8B-B14F-4D97-AF65-F5344CB8AC3E}">
        <p14:creationId xmlns:p14="http://schemas.microsoft.com/office/powerpoint/2010/main" val="5345912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875"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39030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39030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3/12/2026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970945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D764EEB-0A93-8B15-A10F-91C3CAC54E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IN"/>
          </a:p>
        </p:txBody>
      </p:sp>
      <p:sp>
        <p:nvSpPr>
          <p:cNvPr id="3" name="Text Placeholder 2">
            <a:extLst>
              <a:ext uri="{FF2B5EF4-FFF2-40B4-BE49-F238E27FC236}">
                <a16:creationId xmlns:a16="http://schemas.microsoft.com/office/drawing/2014/main" id="{B83065D6-8C4C-5DC4-FC2C-6C2B60F581A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3B3F438D-AF34-63D1-7515-5258A93A9B8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2ED0C10-50F8-485A-BECB-0D78C13AE10C}" type="datetimeFigureOut">
              <a:rPr lang="en-IN" smtClean="0"/>
              <a:t>12-03-2026</a:t>
            </a:fld>
            <a:endParaRPr lang="en-IN"/>
          </a:p>
        </p:txBody>
      </p:sp>
      <p:sp>
        <p:nvSpPr>
          <p:cNvPr id="5" name="Footer Placeholder 4">
            <a:extLst>
              <a:ext uri="{FF2B5EF4-FFF2-40B4-BE49-F238E27FC236}">
                <a16:creationId xmlns:a16="http://schemas.microsoft.com/office/drawing/2014/main" id="{690F16AB-F29D-F632-00F0-248B81371C9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707B1158-4ED8-0E83-E85A-C112ADB6E93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234CBC5-ADDC-40CC-AEBD-F20E0D7B81EA}" type="slidenum">
              <a:rPr lang="en-IN" smtClean="0"/>
              <a:t>‹#›</a:t>
            </a:fld>
            <a:endParaRPr lang="en-IN"/>
          </a:p>
        </p:txBody>
      </p:sp>
    </p:spTree>
    <p:extLst>
      <p:ext uri="{BB962C8B-B14F-4D97-AF65-F5344CB8AC3E}">
        <p14:creationId xmlns:p14="http://schemas.microsoft.com/office/powerpoint/2010/main" val="30930684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9">
            <a:extLst>
              <a:ext uri="{FF2B5EF4-FFF2-40B4-BE49-F238E27FC236}">
                <a16:creationId xmlns:a16="http://schemas.microsoft.com/office/drawing/2014/main" id="{297BA8D1-7635-5E44-013F-C96D823B2840}"/>
              </a:ext>
            </a:extLst>
          </p:cNvPr>
          <p:cNvPicPr/>
          <p:nvPr/>
        </p:nvPicPr>
        <p:blipFill>
          <a:blip r:embed="rId2" cstate="print"/>
          <a:stretch>
            <a:fillRect/>
          </a:stretch>
        </p:blipFill>
        <p:spPr>
          <a:xfrm>
            <a:off x="948128" y="452232"/>
            <a:ext cx="1459992" cy="1240535"/>
          </a:xfrm>
          <a:prstGeom prst="rect">
            <a:avLst/>
          </a:prstGeom>
        </p:spPr>
      </p:pic>
      <p:pic>
        <p:nvPicPr>
          <p:cNvPr id="7" name="object 10">
            <a:extLst>
              <a:ext uri="{FF2B5EF4-FFF2-40B4-BE49-F238E27FC236}">
                <a16:creationId xmlns:a16="http://schemas.microsoft.com/office/drawing/2014/main" id="{39D1F163-3715-BF3B-321E-741BACF12690}"/>
              </a:ext>
            </a:extLst>
          </p:cNvPr>
          <p:cNvPicPr/>
          <p:nvPr/>
        </p:nvPicPr>
        <p:blipFill>
          <a:blip r:embed="rId3" cstate="print"/>
          <a:stretch>
            <a:fillRect/>
          </a:stretch>
        </p:blipFill>
        <p:spPr>
          <a:xfrm>
            <a:off x="9275416" y="431480"/>
            <a:ext cx="1814459" cy="1261287"/>
          </a:xfrm>
          <a:prstGeom prst="rect">
            <a:avLst/>
          </a:prstGeom>
        </p:spPr>
      </p:pic>
      <p:sp>
        <p:nvSpPr>
          <p:cNvPr id="26" name="TextBox 25">
            <a:extLst>
              <a:ext uri="{FF2B5EF4-FFF2-40B4-BE49-F238E27FC236}">
                <a16:creationId xmlns:a16="http://schemas.microsoft.com/office/drawing/2014/main" id="{588EA3F9-EA22-4659-35D4-1C7B4D0B3E96}"/>
              </a:ext>
            </a:extLst>
          </p:cNvPr>
          <p:cNvSpPr txBox="1"/>
          <p:nvPr/>
        </p:nvSpPr>
        <p:spPr>
          <a:xfrm>
            <a:off x="2887851" y="104339"/>
            <a:ext cx="6416298" cy="5250796"/>
          </a:xfrm>
          <a:prstGeom prst="rect">
            <a:avLst/>
          </a:prstGeom>
          <a:noFill/>
        </p:spPr>
        <p:txBody>
          <a:bodyPr wrap="square">
            <a:spAutoFit/>
          </a:bodyPr>
          <a:lstStyle/>
          <a:p>
            <a:pPr marR="7620" algn="ctr">
              <a:lnSpc>
                <a:spcPct val="100000"/>
              </a:lnSpc>
              <a:spcBef>
                <a:spcPts val="610"/>
              </a:spcBef>
            </a:pPr>
            <a:r>
              <a:rPr lang="en-IN" sz="1800" b="1" dirty="0">
                <a:latin typeface="Times New Roman"/>
                <a:cs typeface="Times New Roman"/>
              </a:rPr>
              <a:t>St.</a:t>
            </a:r>
            <a:r>
              <a:rPr lang="en-IN" sz="1800" b="1" spc="-110" dirty="0">
                <a:latin typeface="Times New Roman"/>
                <a:cs typeface="Times New Roman"/>
              </a:rPr>
              <a:t> </a:t>
            </a:r>
            <a:r>
              <a:rPr lang="en-IN" sz="1800" b="1" spc="-10" dirty="0">
                <a:latin typeface="Times New Roman"/>
                <a:cs typeface="Times New Roman"/>
              </a:rPr>
              <a:t>MARTIN’S</a:t>
            </a:r>
            <a:r>
              <a:rPr lang="en-IN" sz="1800" b="1" spc="-95" dirty="0">
                <a:latin typeface="Times New Roman"/>
                <a:cs typeface="Times New Roman"/>
              </a:rPr>
              <a:t> </a:t>
            </a:r>
            <a:r>
              <a:rPr lang="en-IN" sz="1800" b="1" spc="-10" dirty="0">
                <a:latin typeface="Times New Roman"/>
                <a:cs typeface="Times New Roman"/>
              </a:rPr>
              <a:t>ENGINEERING</a:t>
            </a:r>
            <a:r>
              <a:rPr lang="en-IN" sz="1800" b="1" spc="-15" dirty="0">
                <a:latin typeface="Times New Roman"/>
                <a:cs typeface="Times New Roman"/>
              </a:rPr>
              <a:t> </a:t>
            </a:r>
            <a:r>
              <a:rPr lang="en-IN" sz="1800" b="1" spc="-10" dirty="0">
                <a:latin typeface="Times New Roman"/>
                <a:cs typeface="Times New Roman"/>
              </a:rPr>
              <a:t>COLLEGE</a:t>
            </a:r>
            <a:endParaRPr lang="en-IN" sz="1800" dirty="0">
              <a:latin typeface="Times New Roman"/>
              <a:cs typeface="Times New Roman"/>
            </a:endParaRPr>
          </a:p>
          <a:p>
            <a:pPr marL="50165" algn="ctr">
              <a:lnSpc>
                <a:spcPct val="100000"/>
              </a:lnSpc>
              <a:spcBef>
                <a:spcPts val="505"/>
              </a:spcBef>
            </a:pPr>
            <a:r>
              <a:rPr lang="en-IN" sz="1800" b="1" spc="-20" dirty="0">
                <a:latin typeface="Times New Roman"/>
                <a:cs typeface="Times New Roman"/>
              </a:rPr>
              <a:t>UGC</a:t>
            </a:r>
            <a:r>
              <a:rPr lang="en-IN" sz="1800" b="1" spc="-95" dirty="0">
                <a:latin typeface="Times New Roman"/>
                <a:cs typeface="Times New Roman"/>
              </a:rPr>
              <a:t> </a:t>
            </a:r>
            <a:r>
              <a:rPr lang="en-IN" sz="1800" b="1" spc="-10" dirty="0">
                <a:latin typeface="Times New Roman"/>
                <a:cs typeface="Times New Roman"/>
              </a:rPr>
              <a:t>Autonomous</a:t>
            </a:r>
            <a:endParaRPr lang="en-IN" sz="1800" dirty="0">
              <a:latin typeface="Times New Roman"/>
              <a:cs typeface="Times New Roman"/>
            </a:endParaRPr>
          </a:p>
          <a:p>
            <a:pPr marL="50165" algn="ctr">
              <a:lnSpc>
                <a:spcPct val="100000"/>
              </a:lnSpc>
              <a:spcBef>
                <a:spcPts val="409"/>
              </a:spcBef>
            </a:pPr>
            <a:r>
              <a:rPr lang="en-IN" sz="1800" b="1" spc="-30" dirty="0">
                <a:latin typeface="Times New Roman"/>
                <a:cs typeface="Times New Roman"/>
              </a:rPr>
              <a:t>NBA</a:t>
            </a:r>
            <a:r>
              <a:rPr lang="en-IN" sz="1800" b="1" spc="-95" dirty="0">
                <a:latin typeface="Times New Roman"/>
                <a:cs typeface="Times New Roman"/>
              </a:rPr>
              <a:t> </a:t>
            </a:r>
            <a:r>
              <a:rPr lang="en-IN" sz="1800" b="1" dirty="0">
                <a:latin typeface="Times New Roman"/>
                <a:cs typeface="Times New Roman"/>
              </a:rPr>
              <a:t>&amp; </a:t>
            </a:r>
            <a:r>
              <a:rPr lang="en-IN" sz="1800" b="1" spc="-35" dirty="0">
                <a:latin typeface="Times New Roman"/>
                <a:cs typeface="Times New Roman"/>
              </a:rPr>
              <a:t>NAAC</a:t>
            </a:r>
            <a:r>
              <a:rPr lang="en-IN" sz="1800" b="1" spc="-95" dirty="0">
                <a:latin typeface="Times New Roman"/>
                <a:cs typeface="Times New Roman"/>
              </a:rPr>
              <a:t> </a:t>
            </a:r>
            <a:r>
              <a:rPr lang="en-IN" sz="1800" b="1" spc="-10" dirty="0">
                <a:latin typeface="Times New Roman"/>
                <a:cs typeface="Times New Roman"/>
              </a:rPr>
              <a:t>A+</a:t>
            </a:r>
            <a:r>
              <a:rPr lang="en-IN" sz="1800" b="1" spc="-100" dirty="0">
                <a:latin typeface="Times New Roman"/>
                <a:cs typeface="Times New Roman"/>
              </a:rPr>
              <a:t> </a:t>
            </a:r>
            <a:r>
              <a:rPr lang="en-IN" sz="1800" b="1" spc="-10" dirty="0">
                <a:latin typeface="Times New Roman"/>
                <a:cs typeface="Times New Roman"/>
              </a:rPr>
              <a:t>ACCREDITED</a:t>
            </a:r>
            <a:endParaRPr lang="en-IN" sz="1800" dirty="0">
              <a:latin typeface="Times New Roman"/>
              <a:cs typeface="Times New Roman"/>
            </a:endParaRPr>
          </a:p>
          <a:p>
            <a:pPr marL="55880" algn="ctr">
              <a:lnSpc>
                <a:spcPct val="100000"/>
              </a:lnSpc>
              <a:spcBef>
                <a:spcPts val="600"/>
              </a:spcBef>
            </a:pPr>
            <a:r>
              <a:rPr lang="en-IN" sz="1800" b="1" spc="-10" dirty="0" err="1">
                <a:latin typeface="Times New Roman"/>
                <a:cs typeface="Times New Roman"/>
              </a:rPr>
              <a:t>Dhulapally</a:t>
            </a:r>
            <a:r>
              <a:rPr lang="en-IN" sz="1800" b="1" spc="-10" dirty="0">
                <a:latin typeface="Times New Roman"/>
                <a:cs typeface="Times New Roman"/>
              </a:rPr>
              <a:t>,</a:t>
            </a:r>
            <a:r>
              <a:rPr lang="en-IN" sz="1800" b="1" spc="-145" dirty="0">
                <a:latin typeface="Times New Roman"/>
                <a:cs typeface="Times New Roman"/>
              </a:rPr>
              <a:t> </a:t>
            </a:r>
            <a:r>
              <a:rPr lang="en-IN" sz="1800" b="1" spc="-10" dirty="0" err="1">
                <a:latin typeface="Times New Roman"/>
                <a:cs typeface="Times New Roman"/>
              </a:rPr>
              <a:t>Secunderabad</a:t>
            </a:r>
            <a:r>
              <a:rPr lang="en-IN" sz="1800" b="1" spc="-10" dirty="0">
                <a:latin typeface="Times New Roman"/>
                <a:cs typeface="Times New Roman"/>
              </a:rPr>
              <a:t>–</a:t>
            </a:r>
            <a:r>
              <a:rPr lang="en-IN" sz="1800" b="1" spc="-20" dirty="0">
                <a:latin typeface="Times New Roman"/>
                <a:cs typeface="Times New Roman"/>
              </a:rPr>
              <a:t> </a:t>
            </a:r>
            <a:r>
              <a:rPr lang="en-IN" sz="1800" b="1" spc="-10" dirty="0">
                <a:latin typeface="Times New Roman"/>
                <a:cs typeface="Times New Roman"/>
              </a:rPr>
              <a:t>500100</a:t>
            </a:r>
            <a:endParaRPr lang="en-IN" sz="1800" dirty="0">
              <a:latin typeface="Times New Roman"/>
              <a:cs typeface="Times New Roman"/>
            </a:endParaRPr>
          </a:p>
          <a:p>
            <a:pPr>
              <a:lnSpc>
                <a:spcPct val="100000"/>
              </a:lnSpc>
            </a:pPr>
            <a:endParaRPr lang="en-IN" sz="1800" dirty="0">
              <a:latin typeface="Times New Roman"/>
              <a:cs typeface="Times New Roman"/>
            </a:endParaRPr>
          </a:p>
          <a:p>
            <a:pPr>
              <a:lnSpc>
                <a:spcPct val="100000"/>
              </a:lnSpc>
              <a:spcBef>
                <a:spcPts val="705"/>
              </a:spcBef>
            </a:pPr>
            <a:endParaRPr lang="en-IN" sz="1800" dirty="0">
              <a:latin typeface="Times New Roman"/>
              <a:cs typeface="Times New Roman"/>
            </a:endParaRPr>
          </a:p>
          <a:p>
            <a:pPr algn="ctr">
              <a:lnSpc>
                <a:spcPct val="100000"/>
              </a:lnSpc>
              <a:spcBef>
                <a:spcPts val="5"/>
              </a:spcBef>
            </a:pPr>
            <a:r>
              <a:rPr lang="en-IN" sz="2400" b="1" spc="-40" dirty="0">
                <a:latin typeface="Times New Roman"/>
                <a:cs typeface="Times New Roman"/>
              </a:rPr>
              <a:t>DEPARTMENT</a:t>
            </a:r>
            <a:r>
              <a:rPr lang="en-IN" sz="2400" b="1" spc="-105" dirty="0">
                <a:latin typeface="Times New Roman"/>
                <a:cs typeface="Times New Roman"/>
              </a:rPr>
              <a:t> </a:t>
            </a:r>
            <a:r>
              <a:rPr lang="en-IN" sz="2400" b="1" spc="-10" dirty="0">
                <a:latin typeface="Times New Roman"/>
                <a:cs typeface="Times New Roman"/>
              </a:rPr>
              <a:t>OF</a:t>
            </a:r>
            <a:r>
              <a:rPr lang="en-IN" sz="2400" b="1" spc="-185" dirty="0">
                <a:latin typeface="Times New Roman"/>
                <a:cs typeface="Times New Roman"/>
              </a:rPr>
              <a:t> </a:t>
            </a:r>
            <a:r>
              <a:rPr lang="en-IN" sz="2400" b="1" spc="-35" dirty="0">
                <a:latin typeface="Times New Roman"/>
                <a:cs typeface="Times New Roman"/>
              </a:rPr>
              <a:t>ARTIFICIAL</a:t>
            </a:r>
            <a:r>
              <a:rPr lang="en-IN" sz="2400" b="1" spc="-90" dirty="0">
                <a:latin typeface="Times New Roman"/>
                <a:cs typeface="Times New Roman"/>
              </a:rPr>
              <a:t> </a:t>
            </a:r>
            <a:r>
              <a:rPr lang="en-IN" sz="2400" b="1" dirty="0">
                <a:latin typeface="Times New Roman"/>
                <a:cs typeface="Times New Roman"/>
              </a:rPr>
              <a:t>INTELLIGENCE</a:t>
            </a:r>
            <a:r>
              <a:rPr lang="en-IN" sz="2400" b="1" spc="60" dirty="0">
                <a:latin typeface="Times New Roman"/>
                <a:cs typeface="Times New Roman"/>
              </a:rPr>
              <a:t> </a:t>
            </a:r>
            <a:r>
              <a:rPr lang="en-IN" sz="2400" b="1" dirty="0">
                <a:latin typeface="Times New Roman"/>
                <a:cs typeface="Times New Roman"/>
              </a:rPr>
              <a:t>&amp;</a:t>
            </a:r>
            <a:r>
              <a:rPr lang="en-IN" sz="2400" b="1" spc="-25" dirty="0">
                <a:latin typeface="Times New Roman"/>
                <a:cs typeface="Times New Roman"/>
              </a:rPr>
              <a:t> </a:t>
            </a:r>
            <a:r>
              <a:rPr lang="en-IN" sz="2400" b="1" spc="-95" dirty="0">
                <a:latin typeface="Times New Roman"/>
                <a:cs typeface="Times New Roman"/>
              </a:rPr>
              <a:t>DATA</a:t>
            </a:r>
            <a:r>
              <a:rPr lang="en-IN" sz="2400" b="1" spc="-165" dirty="0">
                <a:latin typeface="Times New Roman"/>
                <a:cs typeface="Times New Roman"/>
              </a:rPr>
              <a:t> </a:t>
            </a:r>
            <a:r>
              <a:rPr lang="en-IN" sz="2400" b="1" spc="-10" dirty="0">
                <a:latin typeface="Times New Roman"/>
                <a:cs typeface="Times New Roman"/>
              </a:rPr>
              <a:t>SCIENCE</a:t>
            </a:r>
            <a:endParaRPr lang="en-IN" sz="2400" b="1" dirty="0">
              <a:latin typeface="Times New Roman"/>
              <a:cs typeface="Times New Roman"/>
            </a:endParaRPr>
          </a:p>
          <a:p>
            <a:pPr marR="125730" algn="ctr">
              <a:lnSpc>
                <a:spcPct val="100000"/>
              </a:lnSpc>
              <a:spcBef>
                <a:spcPts val="1675"/>
              </a:spcBef>
            </a:pPr>
            <a:r>
              <a:rPr lang="en-IN" sz="2400" b="1" dirty="0">
                <a:latin typeface="Times New Roman"/>
                <a:cs typeface="Times New Roman"/>
              </a:rPr>
              <a:t>Mini</a:t>
            </a:r>
            <a:r>
              <a:rPr lang="en-IN" sz="2400" b="1" spc="-155" dirty="0">
                <a:latin typeface="Times New Roman"/>
                <a:cs typeface="Times New Roman"/>
              </a:rPr>
              <a:t> </a:t>
            </a:r>
            <a:r>
              <a:rPr lang="en-IN" sz="2400" b="1" dirty="0">
                <a:latin typeface="Times New Roman"/>
                <a:cs typeface="Times New Roman"/>
              </a:rPr>
              <a:t>Project</a:t>
            </a:r>
            <a:r>
              <a:rPr lang="en-IN" sz="2400" b="1" spc="-95" dirty="0">
                <a:latin typeface="Times New Roman"/>
                <a:cs typeface="Times New Roman"/>
              </a:rPr>
              <a:t> </a:t>
            </a:r>
            <a:r>
              <a:rPr lang="en-IN" sz="2400" b="1" spc="-25" dirty="0">
                <a:latin typeface="Times New Roman"/>
                <a:cs typeface="Times New Roman"/>
              </a:rPr>
              <a:t>on</a:t>
            </a:r>
            <a:endParaRPr lang="en-IN" sz="2400" dirty="0">
              <a:latin typeface="Times New Roman"/>
              <a:cs typeface="Times New Roman"/>
            </a:endParaRPr>
          </a:p>
          <a:p>
            <a:pPr marR="132080" algn="ctr">
              <a:lnSpc>
                <a:spcPct val="100000"/>
              </a:lnSpc>
              <a:spcBef>
                <a:spcPts val="695"/>
              </a:spcBef>
            </a:pPr>
            <a:r>
              <a:rPr lang="en-IN" sz="2400" b="1" dirty="0">
                <a:latin typeface="Times New Roman"/>
                <a:cs typeface="Times New Roman"/>
              </a:rPr>
              <a:t>“Hyderabad</a:t>
            </a:r>
            <a:r>
              <a:rPr lang="en-IN" sz="2400" b="1" spc="-160" dirty="0">
                <a:latin typeface="Times New Roman"/>
                <a:cs typeface="Times New Roman"/>
              </a:rPr>
              <a:t> </a:t>
            </a:r>
            <a:r>
              <a:rPr lang="en-IN" sz="2400" b="1" dirty="0">
                <a:latin typeface="Times New Roman"/>
                <a:cs typeface="Times New Roman"/>
              </a:rPr>
              <a:t>Metro</a:t>
            </a:r>
            <a:r>
              <a:rPr lang="en-IN" sz="2400" b="1" spc="-105" dirty="0">
                <a:latin typeface="Times New Roman"/>
                <a:cs typeface="Times New Roman"/>
              </a:rPr>
              <a:t> </a:t>
            </a:r>
            <a:r>
              <a:rPr lang="en-IN" sz="2400" b="1" dirty="0">
                <a:latin typeface="Times New Roman"/>
                <a:cs typeface="Times New Roman"/>
              </a:rPr>
              <a:t>Rail</a:t>
            </a:r>
            <a:r>
              <a:rPr lang="en-IN" sz="2400" b="1" spc="-100" dirty="0">
                <a:latin typeface="Times New Roman"/>
                <a:cs typeface="Times New Roman"/>
              </a:rPr>
              <a:t> </a:t>
            </a:r>
            <a:r>
              <a:rPr lang="en-IN" sz="2400" b="1" spc="-30" dirty="0">
                <a:latin typeface="Times New Roman"/>
                <a:cs typeface="Times New Roman"/>
              </a:rPr>
              <a:t>Commute</a:t>
            </a:r>
            <a:r>
              <a:rPr lang="en-IN" sz="2400" b="1" spc="-114" dirty="0">
                <a:latin typeface="Times New Roman"/>
                <a:cs typeface="Times New Roman"/>
              </a:rPr>
              <a:t> </a:t>
            </a:r>
            <a:r>
              <a:rPr lang="en-IN" sz="2400" b="1" spc="-10" dirty="0">
                <a:latin typeface="Times New Roman"/>
                <a:cs typeface="Times New Roman"/>
              </a:rPr>
              <a:t>Analytics”</a:t>
            </a:r>
            <a:endParaRPr lang="en-IN" sz="2400" dirty="0">
              <a:latin typeface="Times New Roman"/>
              <a:cs typeface="Times New Roman"/>
            </a:endParaRPr>
          </a:p>
          <a:p>
            <a:pPr>
              <a:lnSpc>
                <a:spcPct val="100000"/>
              </a:lnSpc>
              <a:spcBef>
                <a:spcPts val="555"/>
              </a:spcBef>
            </a:pPr>
            <a:endParaRPr lang="en-IN" sz="1600" dirty="0">
              <a:latin typeface="Times New Roman"/>
              <a:cs typeface="Times New Roman"/>
            </a:endParaRPr>
          </a:p>
          <a:p>
            <a:pPr algn="ctr">
              <a:lnSpc>
                <a:spcPts val="2210"/>
              </a:lnSpc>
            </a:pPr>
            <a:r>
              <a:rPr lang="en-IN" sz="1600" b="1" dirty="0">
                <a:latin typeface="Times New Roman"/>
                <a:cs typeface="Times New Roman"/>
              </a:rPr>
              <a:t>Batch</a:t>
            </a:r>
            <a:r>
              <a:rPr lang="en-IN" sz="1600" b="1" spc="-55" dirty="0">
                <a:latin typeface="Times New Roman"/>
                <a:cs typeface="Times New Roman"/>
              </a:rPr>
              <a:t> </a:t>
            </a:r>
            <a:r>
              <a:rPr lang="en-IN" sz="1600" b="1" dirty="0">
                <a:latin typeface="Times New Roman"/>
                <a:cs typeface="Times New Roman"/>
              </a:rPr>
              <a:t>No:</a:t>
            </a:r>
            <a:r>
              <a:rPr lang="en-IN" sz="1600" b="1" spc="-50" dirty="0">
                <a:latin typeface="Times New Roman"/>
                <a:cs typeface="Times New Roman"/>
              </a:rPr>
              <a:t> </a:t>
            </a:r>
            <a:r>
              <a:rPr lang="en-IN" sz="1600" b="1" spc="-25" dirty="0">
                <a:latin typeface="Times New Roman"/>
                <a:cs typeface="Times New Roman"/>
              </a:rPr>
              <a:t>14</a:t>
            </a:r>
            <a:endParaRPr lang="en-IN" sz="1600" dirty="0">
              <a:latin typeface="Times New Roman"/>
              <a:cs typeface="Times New Roman"/>
            </a:endParaRPr>
          </a:p>
          <a:p>
            <a:pPr>
              <a:lnSpc>
                <a:spcPts val="2210"/>
              </a:lnSpc>
            </a:pPr>
            <a:r>
              <a:rPr lang="en-IN" sz="1600" b="1" spc="-30" dirty="0">
                <a:latin typeface="Times New Roman"/>
                <a:cs typeface="Times New Roman"/>
              </a:rPr>
              <a:t>                               1. M. SANDEEP</a:t>
            </a:r>
            <a:r>
              <a:rPr lang="en-IN" sz="1600" b="1" spc="-65" dirty="0">
                <a:latin typeface="Times New Roman"/>
                <a:cs typeface="Times New Roman"/>
              </a:rPr>
              <a:t> </a:t>
            </a:r>
            <a:r>
              <a:rPr lang="en-IN" sz="1600" b="1" dirty="0">
                <a:latin typeface="Times New Roman"/>
                <a:cs typeface="Times New Roman"/>
              </a:rPr>
              <a:t>KUMAR</a:t>
            </a:r>
            <a:r>
              <a:rPr lang="en-IN" sz="1600" b="1" spc="440" dirty="0">
                <a:latin typeface="Times New Roman"/>
                <a:cs typeface="Times New Roman"/>
              </a:rPr>
              <a:t> </a:t>
            </a:r>
            <a:r>
              <a:rPr lang="en-IN" sz="1600" b="1" spc="-10" dirty="0">
                <a:latin typeface="Times New Roman"/>
                <a:cs typeface="Times New Roman"/>
              </a:rPr>
              <a:t>(23K81A7234)</a:t>
            </a:r>
          </a:p>
          <a:p>
            <a:pPr>
              <a:lnSpc>
                <a:spcPts val="2210"/>
              </a:lnSpc>
            </a:pPr>
            <a:r>
              <a:rPr lang="en-IN" sz="1600" b="1" spc="-10" dirty="0">
                <a:latin typeface="Times New Roman"/>
                <a:cs typeface="Times New Roman"/>
              </a:rPr>
              <a:t>                             2. M. KARTHIK                  (23K81A7235)</a:t>
            </a:r>
          </a:p>
          <a:p>
            <a:pPr>
              <a:lnSpc>
                <a:spcPts val="2210"/>
              </a:lnSpc>
            </a:pPr>
            <a:r>
              <a:rPr lang="en-IN" sz="1600" b="1" spc="-10" dirty="0">
                <a:latin typeface="Times New Roman"/>
                <a:cs typeface="Times New Roman"/>
              </a:rPr>
              <a:t>                             3. N. SHASHANK                (23K81A7246)</a:t>
            </a:r>
          </a:p>
        </p:txBody>
      </p:sp>
      <p:sp>
        <p:nvSpPr>
          <p:cNvPr id="30" name="TextBox 29">
            <a:extLst>
              <a:ext uri="{FF2B5EF4-FFF2-40B4-BE49-F238E27FC236}">
                <a16:creationId xmlns:a16="http://schemas.microsoft.com/office/drawing/2014/main" id="{7A3AE0F5-322E-49E1-B6B9-2EC9D95CB42A}"/>
              </a:ext>
            </a:extLst>
          </p:cNvPr>
          <p:cNvSpPr txBox="1"/>
          <p:nvPr/>
        </p:nvSpPr>
        <p:spPr>
          <a:xfrm>
            <a:off x="3046709" y="5481260"/>
            <a:ext cx="6098582" cy="1102866"/>
          </a:xfrm>
          <a:prstGeom prst="rect">
            <a:avLst/>
          </a:prstGeom>
          <a:noFill/>
        </p:spPr>
        <p:txBody>
          <a:bodyPr wrap="square">
            <a:spAutoFit/>
          </a:bodyPr>
          <a:lstStyle/>
          <a:p>
            <a:pPr marL="12700" marR="5080" lvl="0" indent="1270" algn="ctr" defTabSz="914400" eaLnBrk="1" fontAlgn="auto" latinLnBrk="0" hangingPunct="1">
              <a:lnSpc>
                <a:spcPct val="100000"/>
              </a:lnSpc>
              <a:spcBef>
                <a:spcPts val="90"/>
              </a:spcBef>
              <a:spcAft>
                <a:spcPts val="0"/>
              </a:spcAft>
              <a:buClrTx/>
              <a:buSzTx/>
              <a:buFontTx/>
              <a:buNone/>
              <a:tabLst/>
              <a:defRPr/>
            </a:pPr>
            <a:r>
              <a:rPr kumimoji="0" lang="en-GB" sz="1600" b="1" i="0" u="none" strike="noStrike" kern="0" cap="none" spc="0" normalizeH="0" baseline="0" noProof="0" dirty="0">
                <a:ln>
                  <a:noFill/>
                </a:ln>
                <a:solidFill>
                  <a:sysClr val="windowText" lastClr="000000"/>
                </a:solidFill>
                <a:effectLst/>
                <a:uLnTx/>
                <a:uFillTx/>
                <a:latin typeface="Times New Roman"/>
                <a:cs typeface="Times New Roman"/>
              </a:rPr>
              <a:t>Under</a:t>
            </a:r>
            <a:r>
              <a:rPr kumimoji="0" lang="en-GB" sz="1600" b="1" i="0" u="none" strike="noStrike" kern="0" cap="none" spc="-100" normalizeH="0" baseline="0" noProof="0" dirty="0">
                <a:ln>
                  <a:noFill/>
                </a:ln>
                <a:solidFill>
                  <a:sysClr val="windowText" lastClr="000000"/>
                </a:solidFill>
                <a:effectLst/>
                <a:uLnTx/>
                <a:uFillTx/>
                <a:latin typeface="Times New Roman"/>
                <a:cs typeface="Times New Roman"/>
              </a:rPr>
              <a:t> </a:t>
            </a:r>
            <a:r>
              <a:rPr kumimoji="0" lang="en-GB" sz="1600" b="1" i="0" u="none" strike="noStrike" kern="0" cap="none" spc="0" normalizeH="0" baseline="0" noProof="0" dirty="0">
                <a:ln>
                  <a:noFill/>
                </a:ln>
                <a:solidFill>
                  <a:sysClr val="windowText" lastClr="000000"/>
                </a:solidFill>
                <a:effectLst/>
                <a:uLnTx/>
                <a:uFillTx/>
                <a:latin typeface="Times New Roman"/>
                <a:cs typeface="Times New Roman"/>
              </a:rPr>
              <a:t>the</a:t>
            </a:r>
            <a:r>
              <a:rPr kumimoji="0" lang="en-GB" sz="1600" b="1" i="0" u="none" strike="noStrike" kern="0" cap="none" spc="-100" normalizeH="0" baseline="0" noProof="0" dirty="0">
                <a:ln>
                  <a:noFill/>
                </a:ln>
                <a:solidFill>
                  <a:sysClr val="windowText" lastClr="000000"/>
                </a:solidFill>
                <a:effectLst/>
                <a:uLnTx/>
                <a:uFillTx/>
                <a:latin typeface="Times New Roman"/>
                <a:cs typeface="Times New Roman"/>
              </a:rPr>
              <a:t> </a:t>
            </a:r>
            <a:r>
              <a:rPr kumimoji="0" lang="en-GB" sz="1600" b="1" i="0" u="none" strike="noStrike" kern="0" cap="none" spc="0" normalizeH="0" baseline="0" noProof="0" dirty="0">
                <a:ln>
                  <a:noFill/>
                </a:ln>
                <a:solidFill>
                  <a:sysClr val="windowText" lastClr="000000"/>
                </a:solidFill>
                <a:effectLst/>
                <a:uLnTx/>
                <a:uFillTx/>
                <a:latin typeface="Times New Roman"/>
                <a:cs typeface="Times New Roman"/>
              </a:rPr>
              <a:t>Guidance</a:t>
            </a:r>
            <a:r>
              <a:rPr kumimoji="0" lang="en-GB" sz="1600" b="1" i="0" u="none" strike="noStrike" kern="0" cap="none" spc="-75" normalizeH="0" baseline="0" noProof="0" dirty="0">
                <a:ln>
                  <a:noFill/>
                </a:ln>
                <a:solidFill>
                  <a:sysClr val="windowText" lastClr="000000"/>
                </a:solidFill>
                <a:effectLst/>
                <a:uLnTx/>
                <a:uFillTx/>
                <a:latin typeface="Times New Roman"/>
                <a:cs typeface="Times New Roman"/>
              </a:rPr>
              <a:t> </a:t>
            </a:r>
            <a:r>
              <a:rPr kumimoji="0" lang="en-GB" sz="1600" b="1" i="0" u="none" strike="noStrike" kern="0" cap="none" spc="-25" normalizeH="0" baseline="0" noProof="0" dirty="0">
                <a:ln>
                  <a:noFill/>
                </a:ln>
                <a:solidFill>
                  <a:sysClr val="windowText" lastClr="000000"/>
                </a:solidFill>
                <a:effectLst/>
                <a:uLnTx/>
                <a:uFillTx/>
                <a:latin typeface="Times New Roman"/>
                <a:cs typeface="Times New Roman"/>
              </a:rPr>
              <a:t>of </a:t>
            </a:r>
          </a:p>
          <a:p>
            <a:pPr marL="12700" marR="5080" lvl="0" indent="1270" algn="ctr" defTabSz="914400" eaLnBrk="1" fontAlgn="auto" latinLnBrk="0" hangingPunct="1">
              <a:lnSpc>
                <a:spcPct val="100000"/>
              </a:lnSpc>
              <a:spcBef>
                <a:spcPts val="90"/>
              </a:spcBef>
              <a:spcAft>
                <a:spcPts val="0"/>
              </a:spcAft>
              <a:buClrTx/>
              <a:buSzTx/>
              <a:buFontTx/>
              <a:buNone/>
              <a:tabLst/>
              <a:defRPr/>
            </a:pPr>
            <a:r>
              <a:rPr kumimoji="0" lang="en-GB" sz="1600" b="1" i="0" u="none" strike="noStrike" kern="0" cap="none" spc="-10" normalizeH="0" baseline="0" noProof="0" dirty="0">
                <a:ln>
                  <a:noFill/>
                </a:ln>
                <a:solidFill>
                  <a:sysClr val="windowText" lastClr="000000"/>
                </a:solidFill>
                <a:effectLst/>
                <a:uLnTx/>
                <a:uFillTx/>
                <a:latin typeface="Times New Roman"/>
                <a:cs typeface="Times New Roman"/>
              </a:rPr>
              <a:t>R.RAJESWARAN </a:t>
            </a:r>
          </a:p>
          <a:p>
            <a:pPr marL="12700" marR="5080" lvl="0" indent="1270" algn="ctr" defTabSz="914400" eaLnBrk="1" fontAlgn="auto" latinLnBrk="0" hangingPunct="1">
              <a:lnSpc>
                <a:spcPct val="100000"/>
              </a:lnSpc>
              <a:spcBef>
                <a:spcPts val="90"/>
              </a:spcBef>
              <a:spcAft>
                <a:spcPts val="0"/>
              </a:spcAft>
              <a:buClrTx/>
              <a:buSzTx/>
              <a:buFontTx/>
              <a:buNone/>
              <a:tabLst/>
              <a:defRPr/>
            </a:pPr>
            <a:r>
              <a:rPr kumimoji="0" lang="en-GB" sz="1600" b="1" i="0" u="none" strike="noStrike" kern="0" cap="none" spc="-30" normalizeH="0" baseline="0" noProof="0" dirty="0">
                <a:ln>
                  <a:noFill/>
                </a:ln>
                <a:solidFill>
                  <a:sysClr val="windowText" lastClr="000000"/>
                </a:solidFill>
                <a:effectLst/>
                <a:uLnTx/>
                <a:uFillTx/>
                <a:latin typeface="Times New Roman"/>
                <a:cs typeface="Times New Roman"/>
              </a:rPr>
              <a:t>ASSISTANT</a:t>
            </a:r>
            <a:r>
              <a:rPr kumimoji="0" lang="en-GB" sz="1600" b="1" i="0" u="none" strike="noStrike" kern="0" cap="none" spc="-75" normalizeH="0" baseline="0" noProof="0" dirty="0">
                <a:ln>
                  <a:noFill/>
                </a:ln>
                <a:solidFill>
                  <a:sysClr val="windowText" lastClr="000000"/>
                </a:solidFill>
                <a:effectLst/>
                <a:uLnTx/>
                <a:uFillTx/>
                <a:latin typeface="Times New Roman"/>
                <a:cs typeface="Times New Roman"/>
              </a:rPr>
              <a:t> </a:t>
            </a:r>
            <a:r>
              <a:rPr kumimoji="0" lang="en-GB" sz="1600" b="1" i="0" u="none" strike="noStrike" kern="0" cap="none" spc="-10" normalizeH="0" baseline="0" noProof="0" dirty="0">
                <a:ln>
                  <a:noFill/>
                </a:ln>
                <a:solidFill>
                  <a:sysClr val="windowText" lastClr="000000"/>
                </a:solidFill>
                <a:effectLst/>
                <a:uLnTx/>
                <a:uFillTx/>
                <a:latin typeface="Times New Roman"/>
                <a:cs typeface="Times New Roman"/>
              </a:rPr>
              <a:t>PROFESSOR</a:t>
            </a:r>
            <a:endParaRPr kumimoji="0" lang="en-GB" sz="1600" b="0" i="0" u="none" strike="noStrike" kern="0" cap="none" spc="0" normalizeH="0" baseline="0" noProof="0" dirty="0">
              <a:ln>
                <a:noFill/>
              </a:ln>
              <a:solidFill>
                <a:sysClr val="windowText" lastClr="000000"/>
              </a:solidFill>
              <a:effectLst/>
              <a:uLnTx/>
              <a:uFillTx/>
              <a:latin typeface="Times New Roman"/>
              <a:cs typeface="Times New Roman"/>
            </a:endParaRPr>
          </a:p>
          <a:p>
            <a:pPr marL="2540" marR="0" lvl="0" indent="0" algn="ctr" defTabSz="914400" eaLnBrk="1" fontAlgn="auto" latinLnBrk="0" hangingPunct="1">
              <a:lnSpc>
                <a:spcPct val="100000"/>
              </a:lnSpc>
              <a:spcBef>
                <a:spcPts val="5"/>
              </a:spcBef>
              <a:spcAft>
                <a:spcPts val="0"/>
              </a:spcAft>
              <a:buClrTx/>
              <a:buSzTx/>
              <a:buFontTx/>
              <a:buNone/>
              <a:tabLst/>
              <a:defRPr/>
            </a:pPr>
            <a:r>
              <a:rPr kumimoji="0" lang="en-GB" sz="1600" b="1" i="0" u="none" strike="noStrike" kern="0" cap="none" spc="0" normalizeH="0" baseline="0" noProof="0" dirty="0">
                <a:ln>
                  <a:noFill/>
                </a:ln>
                <a:solidFill>
                  <a:sysClr val="windowText" lastClr="000000"/>
                </a:solidFill>
                <a:effectLst/>
                <a:uLnTx/>
                <a:uFillTx/>
                <a:latin typeface="Times New Roman"/>
                <a:cs typeface="Times New Roman"/>
              </a:rPr>
              <a:t>Department</a:t>
            </a:r>
            <a:r>
              <a:rPr kumimoji="0" lang="en-GB" sz="1600" b="1" i="0" u="none" strike="noStrike" kern="0" cap="none" spc="-110" normalizeH="0" baseline="0" noProof="0" dirty="0">
                <a:ln>
                  <a:noFill/>
                </a:ln>
                <a:solidFill>
                  <a:sysClr val="windowText" lastClr="000000"/>
                </a:solidFill>
                <a:effectLst/>
                <a:uLnTx/>
                <a:uFillTx/>
                <a:latin typeface="Times New Roman"/>
                <a:cs typeface="Times New Roman"/>
              </a:rPr>
              <a:t> </a:t>
            </a:r>
            <a:r>
              <a:rPr kumimoji="0" lang="en-GB" sz="1600" b="1" i="0" u="none" strike="noStrike" kern="0" cap="none" spc="-10" normalizeH="0" baseline="0" noProof="0" dirty="0">
                <a:ln>
                  <a:noFill/>
                </a:ln>
                <a:solidFill>
                  <a:sysClr val="windowText" lastClr="000000"/>
                </a:solidFill>
                <a:effectLst/>
                <a:uLnTx/>
                <a:uFillTx/>
                <a:latin typeface="Times New Roman"/>
                <a:cs typeface="Times New Roman"/>
              </a:rPr>
              <a:t>of</a:t>
            </a:r>
            <a:r>
              <a:rPr kumimoji="0" lang="en-GB" sz="1600" b="1" i="0" u="none" strike="noStrike" kern="0" cap="none" spc="-135" normalizeH="0" baseline="0" noProof="0" dirty="0">
                <a:ln>
                  <a:noFill/>
                </a:ln>
                <a:solidFill>
                  <a:sysClr val="windowText" lastClr="000000"/>
                </a:solidFill>
                <a:effectLst/>
                <a:uLnTx/>
                <a:uFillTx/>
                <a:latin typeface="Times New Roman"/>
                <a:cs typeface="Times New Roman"/>
              </a:rPr>
              <a:t> </a:t>
            </a:r>
            <a:r>
              <a:rPr kumimoji="0" lang="en-GB" sz="1600" b="1" i="0" u="none" strike="noStrike" kern="0" cap="none" spc="-20" normalizeH="0" baseline="0" noProof="0" dirty="0">
                <a:ln>
                  <a:noFill/>
                </a:ln>
                <a:solidFill>
                  <a:sysClr val="windowText" lastClr="000000"/>
                </a:solidFill>
                <a:effectLst/>
                <a:uLnTx/>
                <a:uFillTx/>
                <a:latin typeface="Times New Roman"/>
                <a:cs typeface="Times New Roman"/>
              </a:rPr>
              <a:t>AI&amp;DS</a:t>
            </a:r>
            <a:endParaRPr kumimoji="0" lang="en-GB" sz="1600" b="0" i="0" u="none" strike="noStrike" kern="0" cap="none" spc="0" normalizeH="0" baseline="0" noProof="0" dirty="0">
              <a:ln>
                <a:noFill/>
              </a:ln>
              <a:solidFill>
                <a:sysClr val="windowText" lastClr="000000"/>
              </a:solidFill>
              <a:effectLst/>
              <a:uLnTx/>
              <a:uFillTx/>
              <a:latin typeface="Times New Roman"/>
              <a:cs typeface="Times New Roman"/>
            </a:endParaRPr>
          </a:p>
        </p:txBody>
      </p:sp>
    </p:spTree>
    <p:extLst>
      <p:ext uri="{BB962C8B-B14F-4D97-AF65-F5344CB8AC3E}">
        <p14:creationId xmlns:p14="http://schemas.microsoft.com/office/powerpoint/2010/main" val="36268012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674087" y="673664"/>
            <a:ext cx="10843824" cy="451385"/>
          </a:xfrm>
          <a:prstGeom prst="rect">
            <a:avLst/>
          </a:prstGeom>
          <a:noFill/>
          <a:ln>
            <a:noFill/>
          </a:ln>
        </p:spPr>
        <p:txBody>
          <a:bodyPr spcFirstLastPara="1" vert="horz" wrap="square" lIns="0" tIns="20300" rIns="0" bIns="0" rtlCol="0" anchor="t" anchorCtr="0">
            <a:spAutoFit/>
          </a:bodyPr>
          <a:lstStyle/>
          <a:p>
            <a:pPr marL="4266247">
              <a:lnSpc>
                <a:spcPct val="100000"/>
              </a:lnSpc>
              <a:spcBef>
                <a:spcPts val="0"/>
              </a:spcBef>
            </a:pPr>
            <a:r>
              <a:rPr lang="en-US" sz="2800" b="1" dirty="0">
                <a:latin typeface="Times New Roman" panose="02020603050405020304" pitchFamily="18" charset="0"/>
                <a:cs typeface="Times New Roman" panose="02020603050405020304" pitchFamily="18" charset="0"/>
              </a:rPr>
              <a:t>OUTLINE</a:t>
            </a:r>
            <a:endParaRPr sz="2800" b="1" dirty="0">
              <a:latin typeface="Times New Roman" panose="02020603050405020304" pitchFamily="18" charset="0"/>
              <a:cs typeface="Times New Roman" panose="02020603050405020304" pitchFamily="18" charset="0"/>
            </a:endParaRPr>
          </a:p>
        </p:txBody>
      </p:sp>
      <p:sp>
        <p:nvSpPr>
          <p:cNvPr id="56" name="Google Shape;56;p8"/>
          <p:cNvSpPr txBox="1"/>
          <p:nvPr/>
        </p:nvSpPr>
        <p:spPr>
          <a:xfrm>
            <a:off x="554466" y="1564501"/>
            <a:ext cx="7568453" cy="3873496"/>
          </a:xfrm>
          <a:prstGeom prst="rect">
            <a:avLst/>
          </a:prstGeom>
          <a:noFill/>
          <a:ln>
            <a:noFill/>
          </a:ln>
        </p:spPr>
        <p:txBody>
          <a:bodyPr spcFirstLastPara="1" wrap="square" lIns="0" tIns="76200" rIns="0" bIns="0" anchor="t" anchorCtr="0">
            <a:spAutoFit/>
          </a:bodyPr>
          <a:lstStyle/>
          <a:p>
            <a:pPr marL="609585" indent="-461422">
              <a:buSzPts val="1850"/>
              <a:buFont typeface="Times New Roman"/>
              <a:buAutoNum type="arabicPeriod"/>
            </a:pPr>
            <a:r>
              <a:rPr lang="en-US" sz="2467" dirty="0">
                <a:latin typeface="Times New Roman"/>
                <a:ea typeface="Times New Roman"/>
                <a:cs typeface="Times New Roman"/>
                <a:sym typeface="Times New Roman"/>
              </a:rPr>
              <a:t>Title</a:t>
            </a:r>
            <a:endParaRPr sz="2467" dirty="0">
              <a:latin typeface="Times New Roman"/>
              <a:ea typeface="Times New Roman"/>
              <a:cs typeface="Times New Roman"/>
              <a:sym typeface="Times New Roman"/>
            </a:endParaRPr>
          </a:p>
          <a:p>
            <a:pPr marL="609585" indent="-461422">
              <a:buSzPts val="1850"/>
              <a:buFont typeface="Times New Roman"/>
              <a:buAutoNum type="arabicPeriod"/>
            </a:pPr>
            <a:r>
              <a:rPr lang="en-US" sz="2467" dirty="0">
                <a:latin typeface="Times New Roman"/>
                <a:ea typeface="Times New Roman"/>
                <a:cs typeface="Times New Roman"/>
                <a:sym typeface="Times New Roman"/>
              </a:rPr>
              <a:t>Abstract</a:t>
            </a:r>
            <a:endParaRPr sz="2467" dirty="0">
              <a:latin typeface="Times New Roman"/>
              <a:ea typeface="Times New Roman"/>
              <a:cs typeface="Times New Roman"/>
              <a:sym typeface="Times New Roman"/>
            </a:endParaRPr>
          </a:p>
          <a:p>
            <a:pPr marL="609585" indent="-461422">
              <a:buSzPts val="1850"/>
              <a:buFont typeface="Times New Roman"/>
              <a:buAutoNum type="arabicPeriod"/>
            </a:pPr>
            <a:r>
              <a:rPr lang="en-US" sz="2467" dirty="0">
                <a:latin typeface="Times New Roman"/>
                <a:ea typeface="Times New Roman"/>
                <a:cs typeface="Times New Roman"/>
                <a:sym typeface="Times New Roman"/>
              </a:rPr>
              <a:t>Overall Design (Architecture + </a:t>
            </a:r>
            <a:r>
              <a:rPr lang="en-US" sz="2467" dirty="0" err="1">
                <a:latin typeface="Times New Roman"/>
                <a:ea typeface="Times New Roman"/>
                <a:cs typeface="Times New Roman"/>
                <a:sym typeface="Times New Roman"/>
              </a:rPr>
              <a:t>WorkFlow</a:t>
            </a:r>
            <a:r>
              <a:rPr lang="en-US" sz="2467" dirty="0">
                <a:latin typeface="Times New Roman"/>
                <a:ea typeface="Times New Roman"/>
                <a:cs typeface="Times New Roman"/>
                <a:sym typeface="Times New Roman"/>
              </a:rPr>
              <a:t> Diagram)</a:t>
            </a:r>
            <a:endParaRPr sz="2467" dirty="0">
              <a:latin typeface="Times New Roman"/>
              <a:ea typeface="Times New Roman"/>
              <a:cs typeface="Times New Roman"/>
              <a:sym typeface="Times New Roman"/>
            </a:endParaRPr>
          </a:p>
          <a:p>
            <a:pPr marL="609585" indent="-461422">
              <a:buSzPts val="1850"/>
              <a:buFont typeface="Times New Roman"/>
              <a:buAutoNum type="arabicPeriod"/>
            </a:pPr>
            <a:r>
              <a:rPr lang="en-US" sz="2467" dirty="0">
                <a:latin typeface="Times New Roman"/>
                <a:ea typeface="Times New Roman"/>
                <a:cs typeface="Times New Roman"/>
                <a:sym typeface="Times New Roman"/>
              </a:rPr>
              <a:t>Experimental Results </a:t>
            </a:r>
            <a:endParaRPr sz="2467" dirty="0">
              <a:latin typeface="Times New Roman"/>
              <a:ea typeface="Times New Roman"/>
              <a:cs typeface="Times New Roman"/>
              <a:sym typeface="Times New Roman"/>
            </a:endParaRPr>
          </a:p>
          <a:p>
            <a:pPr marL="609585" indent="-461422">
              <a:buSzPts val="1850"/>
              <a:buFont typeface="Times New Roman"/>
              <a:buAutoNum type="arabicPeriod"/>
            </a:pPr>
            <a:r>
              <a:rPr lang="en-US" sz="2467" dirty="0">
                <a:latin typeface="Times New Roman"/>
                <a:ea typeface="Times New Roman"/>
                <a:cs typeface="Times New Roman"/>
                <a:sym typeface="Times New Roman"/>
              </a:rPr>
              <a:t>Conclusion </a:t>
            </a:r>
            <a:endParaRPr sz="2467" dirty="0">
              <a:latin typeface="Times New Roman"/>
              <a:ea typeface="Times New Roman"/>
              <a:cs typeface="Times New Roman"/>
              <a:sym typeface="Times New Roman"/>
            </a:endParaRPr>
          </a:p>
          <a:p>
            <a:pPr marL="609585" indent="-461422">
              <a:buSzPts val="1850"/>
              <a:buFont typeface="Times New Roman"/>
              <a:buAutoNum type="arabicPeriod"/>
            </a:pPr>
            <a:r>
              <a:rPr lang="en-US" sz="2467" dirty="0">
                <a:latin typeface="Times New Roman"/>
                <a:ea typeface="Times New Roman"/>
                <a:cs typeface="Times New Roman"/>
                <a:sym typeface="Times New Roman"/>
              </a:rPr>
              <a:t>Future Enhancements</a:t>
            </a:r>
            <a:endParaRPr sz="2467" dirty="0">
              <a:latin typeface="Times New Roman"/>
              <a:ea typeface="Times New Roman"/>
              <a:cs typeface="Times New Roman"/>
              <a:sym typeface="Times New Roman"/>
            </a:endParaRPr>
          </a:p>
          <a:p>
            <a:pPr marL="609585" indent="-461422">
              <a:buSzPts val="1850"/>
              <a:buFont typeface="Times New Roman"/>
              <a:buAutoNum type="arabicPeriod"/>
            </a:pPr>
            <a:r>
              <a:rPr lang="en-US" sz="2467" dirty="0">
                <a:latin typeface="Times New Roman"/>
                <a:ea typeface="Times New Roman"/>
                <a:cs typeface="Times New Roman"/>
                <a:sym typeface="Times New Roman"/>
              </a:rPr>
              <a:t>References</a:t>
            </a:r>
            <a:endParaRPr sz="2467" dirty="0">
              <a:latin typeface="Times New Roman"/>
              <a:ea typeface="Times New Roman"/>
              <a:cs typeface="Times New Roman"/>
              <a:sym typeface="Times New Roman"/>
            </a:endParaRPr>
          </a:p>
          <a:p>
            <a:pPr marL="609585" indent="-461422">
              <a:buSzPts val="1850"/>
              <a:buFont typeface="Times New Roman"/>
              <a:buAutoNum type="arabicPeriod"/>
            </a:pPr>
            <a:r>
              <a:rPr lang="en-US" sz="2467" dirty="0">
                <a:latin typeface="Times New Roman"/>
                <a:ea typeface="Times New Roman"/>
                <a:cs typeface="Times New Roman"/>
                <a:sym typeface="Times New Roman"/>
              </a:rPr>
              <a:t>Impact of the Project</a:t>
            </a:r>
            <a:endParaRPr sz="2467" dirty="0">
              <a:latin typeface="Times New Roman"/>
              <a:ea typeface="Times New Roman"/>
              <a:cs typeface="Times New Roman"/>
              <a:sym typeface="Times New Roman"/>
            </a:endParaRPr>
          </a:p>
          <a:p>
            <a:pPr marL="609585" indent="-461422">
              <a:buSzPts val="1850"/>
              <a:buFont typeface="Times New Roman"/>
              <a:buAutoNum type="arabicPeriod"/>
            </a:pPr>
            <a:r>
              <a:rPr lang="en-US" sz="2467" dirty="0">
                <a:latin typeface="Times New Roman"/>
                <a:ea typeface="Times New Roman"/>
                <a:cs typeface="Times New Roman"/>
                <a:sym typeface="Times New Roman"/>
              </a:rPr>
              <a:t>100% Code Implementation</a:t>
            </a:r>
            <a:endParaRPr sz="2467" dirty="0">
              <a:latin typeface="Times New Roman"/>
              <a:ea typeface="Times New Roman"/>
              <a:cs typeface="Times New Roman"/>
              <a:sym typeface="Times New Roman"/>
            </a:endParaRPr>
          </a:p>
          <a:p>
            <a:pPr marL="609585" indent="-461422">
              <a:buSzPts val="1850"/>
              <a:buFont typeface="Times New Roman"/>
              <a:buAutoNum type="arabicPeriod"/>
            </a:pPr>
            <a:r>
              <a:rPr lang="en-US" sz="2467" dirty="0">
                <a:latin typeface="Times New Roman"/>
                <a:ea typeface="Times New Roman"/>
                <a:cs typeface="Times New Roman"/>
                <a:sym typeface="Times New Roman"/>
              </a:rPr>
              <a:t>Implementation Demo</a:t>
            </a:r>
            <a:endParaRPr sz="2467" dirty="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2FDEF-E8B3-E68F-1455-EB7E986FAC11}"/>
              </a:ext>
            </a:extLst>
          </p:cNvPr>
          <p:cNvSpPr>
            <a:spLocks noGrp="1"/>
          </p:cNvSpPr>
          <p:nvPr>
            <p:ph type="title"/>
          </p:nvPr>
        </p:nvSpPr>
        <p:spPr/>
        <p:txBody>
          <a:bodyPr/>
          <a:lstStyle/>
          <a:p>
            <a:pPr algn="ctr"/>
            <a:r>
              <a:rPr lang="en-GB" sz="2400" b="1" dirty="0">
                <a:latin typeface="Times New Roman" panose="02020603050405020304" pitchFamily="18" charset="0"/>
                <a:cs typeface="Times New Roman" panose="02020603050405020304" pitchFamily="18" charset="0"/>
              </a:rPr>
              <a:t>ABSTRACT</a:t>
            </a:r>
            <a:endParaRPr lang="en-IN" sz="24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57A9514-88BA-4554-10B2-31DF416DFCBE}"/>
              </a:ext>
            </a:extLst>
          </p:cNvPr>
          <p:cNvSpPr>
            <a:spLocks noGrp="1"/>
          </p:cNvSpPr>
          <p:nvPr>
            <p:ph idx="1"/>
          </p:nvPr>
        </p:nvSpPr>
        <p:spPr/>
        <p:txBody>
          <a:bodyPr>
            <a:normAutofit/>
          </a:bodyPr>
          <a:lstStyle/>
          <a:p>
            <a:pPr marL="0" indent="0">
              <a:buNone/>
            </a:pPr>
            <a:r>
              <a:rPr lang="en-US" sz="1800" dirty="0">
                <a:latin typeface="Times New Roman" panose="02020603050405020304" pitchFamily="18" charset="0"/>
                <a:cs typeface="Times New Roman" panose="02020603050405020304" pitchFamily="18" charset="0"/>
              </a:rPr>
              <a:t>This project proposes a Hyderabad Metro Rail Commute Analytics and Crowd Prediction System that combines machine learning and graph algorithms to improve metro travel efficiency. The system predicts passenger crowd levels at metro stations using a Long Short-Term Memory (LSTM) neural network, which analyzes historical crowd patterns to forecast future congestion levels categorized as Low, Medium, or High. The Hyderabad Metro network is modeled as a graph where stations represent nodes and travel times represent weighted edges. Dijkstra’s algorithm is applied to compute the shortest route between selected stations. An interactive dashboard developed using </a:t>
            </a:r>
            <a:r>
              <a:rPr lang="en-US" sz="1800" dirty="0" err="1">
                <a:latin typeface="Times New Roman" panose="02020603050405020304" pitchFamily="18" charset="0"/>
                <a:cs typeface="Times New Roman" panose="02020603050405020304" pitchFamily="18" charset="0"/>
              </a:rPr>
              <a:t>Streamlit</a:t>
            </a:r>
            <a:r>
              <a:rPr lang="en-US" sz="1800" dirty="0">
                <a:latin typeface="Times New Roman" panose="02020603050405020304" pitchFamily="18" charset="0"/>
                <a:cs typeface="Times New Roman" panose="02020603050405020304" pitchFamily="18" charset="0"/>
              </a:rPr>
              <a:t> and </a:t>
            </a:r>
            <a:r>
              <a:rPr lang="en-US" sz="1800" dirty="0" err="1">
                <a:latin typeface="Times New Roman" panose="02020603050405020304" pitchFamily="18" charset="0"/>
                <a:cs typeface="Times New Roman" panose="02020603050405020304" pitchFamily="18" charset="0"/>
              </a:rPr>
              <a:t>Plotly</a:t>
            </a:r>
            <a:r>
              <a:rPr lang="en-US" sz="1800" dirty="0">
                <a:latin typeface="Times New Roman" panose="02020603050405020304" pitchFamily="18" charset="0"/>
                <a:cs typeface="Times New Roman" panose="02020603050405020304" pitchFamily="18" charset="0"/>
              </a:rPr>
              <a:t> allows users to select source and destination stations, view optimal routes, and visualize predicted crowd levels through charts and metro route maps. The system demonstrates how predictive analytics can enhance urban transportation systems by helping commuters avoid crowded stations and make better travel decisions. This approach supports the development of intelligent, data-driven solutions for smart city transportation management.</a:t>
            </a:r>
          </a:p>
          <a:p>
            <a:pPr algn="just"/>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203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CC09F-8959-7340-4772-627EC1AFE0D5}"/>
              </a:ext>
            </a:extLst>
          </p:cNvPr>
          <p:cNvSpPr>
            <a:spLocks noGrp="1"/>
          </p:cNvSpPr>
          <p:nvPr>
            <p:ph type="title"/>
          </p:nvPr>
        </p:nvSpPr>
        <p:spPr/>
        <p:txBody>
          <a:bodyPr>
            <a:normAutofit/>
          </a:bodyPr>
          <a:lstStyle/>
          <a:p>
            <a:pPr algn="ctr"/>
            <a:r>
              <a:rPr lang="en-IN" sz="2400" b="1" dirty="0">
                <a:latin typeface="Times New Roman" panose="02020603050405020304" pitchFamily="18" charset="0"/>
                <a:cs typeface="Times New Roman" panose="02020603050405020304" pitchFamily="18" charset="0"/>
              </a:rPr>
              <a:t>OVERALL DESIGN</a:t>
            </a:r>
          </a:p>
        </p:txBody>
      </p:sp>
      <p:pic>
        <p:nvPicPr>
          <p:cNvPr id="5" name="Content Placeholder 4">
            <a:extLst>
              <a:ext uri="{FF2B5EF4-FFF2-40B4-BE49-F238E27FC236}">
                <a16:creationId xmlns:a16="http://schemas.microsoft.com/office/drawing/2014/main" id="{7D3AB13F-31BB-C392-5125-381FC8F8FFD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04547" y="2018388"/>
            <a:ext cx="7382905" cy="3667637"/>
          </a:xfrm>
          <a:prstGeom prst="rect">
            <a:avLst/>
          </a:prstGeom>
        </p:spPr>
      </p:pic>
    </p:spTree>
    <p:extLst>
      <p:ext uri="{BB962C8B-B14F-4D97-AF65-F5344CB8AC3E}">
        <p14:creationId xmlns:p14="http://schemas.microsoft.com/office/powerpoint/2010/main" val="29695909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E96879D2-268D-8252-3F41-4CADC3EA409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392947" y="726825"/>
            <a:ext cx="3602900" cy="5404350"/>
          </a:xfrm>
          <a:prstGeom prst="rect">
            <a:avLst/>
          </a:prstGeom>
        </p:spPr>
      </p:pic>
    </p:spTree>
    <p:extLst>
      <p:ext uri="{BB962C8B-B14F-4D97-AF65-F5344CB8AC3E}">
        <p14:creationId xmlns:p14="http://schemas.microsoft.com/office/powerpoint/2010/main" val="297467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773B7-B1C9-4D3E-0448-C9E4FF6583FD}"/>
              </a:ext>
            </a:extLst>
          </p:cNvPr>
          <p:cNvSpPr>
            <a:spLocks noGrp="1"/>
          </p:cNvSpPr>
          <p:nvPr>
            <p:ph type="title"/>
          </p:nvPr>
        </p:nvSpPr>
        <p:spPr/>
        <p:txBody>
          <a:bodyPr>
            <a:normAutofit/>
          </a:bodyPr>
          <a:lstStyle/>
          <a:p>
            <a:pPr algn="ctr"/>
            <a:r>
              <a:rPr lang="en-GB" sz="2400" b="1" dirty="0">
                <a:latin typeface="Times New Roman" panose="02020603050405020304" pitchFamily="18" charset="0"/>
                <a:cs typeface="Times New Roman" panose="02020603050405020304" pitchFamily="18" charset="0"/>
              </a:rPr>
              <a:t>EXPERIMENTAL RESULTS</a:t>
            </a:r>
            <a:endParaRPr lang="en-IN" sz="2400" b="1"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ED82CDBE-1C05-BFB9-976C-2AE8797EFE5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944965"/>
            <a:ext cx="10515600" cy="4112658"/>
          </a:xfrm>
          <a:prstGeom prst="rect">
            <a:avLst/>
          </a:prstGeom>
        </p:spPr>
      </p:pic>
    </p:spTree>
    <p:extLst>
      <p:ext uri="{BB962C8B-B14F-4D97-AF65-F5344CB8AC3E}">
        <p14:creationId xmlns:p14="http://schemas.microsoft.com/office/powerpoint/2010/main" val="9320118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A7816A3-B63A-F536-B586-F01326DE32C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91920" y="1253331"/>
            <a:ext cx="9208160" cy="4351338"/>
          </a:xfrm>
          <a:prstGeom prst="rect">
            <a:avLst/>
          </a:prstGeom>
        </p:spPr>
      </p:pic>
    </p:spTree>
    <p:extLst>
      <p:ext uri="{BB962C8B-B14F-4D97-AF65-F5344CB8AC3E}">
        <p14:creationId xmlns:p14="http://schemas.microsoft.com/office/powerpoint/2010/main" val="16339074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CFF6E376-02AC-40A5-CFCC-B46C5FE882E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98860" y="357648"/>
            <a:ext cx="5668290" cy="2743328"/>
          </a:xfrm>
          <a:prstGeom prst="rect">
            <a:avLst/>
          </a:prstGeom>
        </p:spPr>
      </p:pic>
      <p:pic>
        <p:nvPicPr>
          <p:cNvPr id="11" name="Picture 10">
            <a:extLst>
              <a:ext uri="{FF2B5EF4-FFF2-40B4-BE49-F238E27FC236}">
                <a16:creationId xmlns:a16="http://schemas.microsoft.com/office/drawing/2014/main" id="{30049CA1-F123-07D5-6355-7013C67E2E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5645" y="3429000"/>
            <a:ext cx="8214720" cy="3071352"/>
          </a:xfrm>
          <a:prstGeom prst="rect">
            <a:avLst/>
          </a:prstGeom>
        </p:spPr>
      </p:pic>
    </p:spTree>
    <p:extLst>
      <p:ext uri="{BB962C8B-B14F-4D97-AF65-F5344CB8AC3E}">
        <p14:creationId xmlns:p14="http://schemas.microsoft.com/office/powerpoint/2010/main" val="41878031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153F1-835B-6A00-3C2C-86AE6E7AE402}"/>
              </a:ext>
            </a:extLst>
          </p:cNvPr>
          <p:cNvSpPr>
            <a:spLocks noGrp="1"/>
          </p:cNvSpPr>
          <p:nvPr>
            <p:ph type="title"/>
          </p:nvPr>
        </p:nvSpPr>
        <p:spPr/>
        <p:txBody>
          <a:bodyPr>
            <a:normAutofit/>
          </a:bodyPr>
          <a:lstStyle/>
          <a:p>
            <a:pPr algn="ctr"/>
            <a:r>
              <a:rPr lang="en-GB" sz="2800" b="1" dirty="0">
                <a:latin typeface="Times New Roman" panose="02020603050405020304" pitchFamily="18" charset="0"/>
                <a:cs typeface="Times New Roman" panose="02020603050405020304" pitchFamily="18" charset="0"/>
              </a:rPr>
              <a:t>CONCLUSION</a:t>
            </a:r>
            <a:endParaRPr lang="en-IN"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F4398D9-81FD-0489-3528-002966F9F51B}"/>
              </a:ext>
            </a:extLst>
          </p:cNvPr>
          <p:cNvSpPr>
            <a:spLocks noGrp="1"/>
          </p:cNvSpPr>
          <p:nvPr>
            <p:ph idx="1"/>
          </p:nvPr>
        </p:nvSpPr>
        <p:spPr/>
        <p:txBody>
          <a:bodyPr/>
          <a:lstStyle/>
          <a:p>
            <a:pPr marL="0" indent="0">
              <a:buNone/>
            </a:pPr>
            <a:r>
              <a:rPr lang="en-IN" sz="2000" dirty="0">
                <a:latin typeface="Times New Roman" panose="02020603050405020304" pitchFamily="18" charset="0"/>
                <a:cs typeface="Times New Roman" panose="02020603050405020304" pitchFamily="18" charset="0"/>
              </a:rPr>
              <a:t>The project successfully demonstrates a predictive metro commute analytics system that combines machine learning and graph algorithms. The system predicts future crowd levels using an LSTM model and determines optimal routes using Dijkstra’s algorithm. The interactive dashboard helps passengers visualize commute insights and make better travel decisions.</a:t>
            </a:r>
          </a:p>
          <a:p>
            <a:endParaRPr lang="en-IN" dirty="0"/>
          </a:p>
        </p:txBody>
      </p:sp>
    </p:spTree>
    <p:extLst>
      <p:ext uri="{BB962C8B-B14F-4D97-AF65-F5344CB8AC3E}">
        <p14:creationId xmlns:p14="http://schemas.microsoft.com/office/powerpoint/2010/main" val="17885057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FF29C-213F-4CD8-31BE-78EB0049BD88}"/>
              </a:ext>
            </a:extLst>
          </p:cNvPr>
          <p:cNvSpPr>
            <a:spLocks noGrp="1"/>
          </p:cNvSpPr>
          <p:nvPr>
            <p:ph type="title"/>
          </p:nvPr>
        </p:nvSpPr>
        <p:spPr/>
        <p:txBody>
          <a:bodyPr>
            <a:normAutofit/>
          </a:bodyPr>
          <a:lstStyle/>
          <a:p>
            <a:pPr algn="ctr"/>
            <a:r>
              <a:rPr lang="en-GB" sz="2800" b="1" dirty="0">
                <a:latin typeface="Times New Roman" panose="02020603050405020304" pitchFamily="18" charset="0"/>
                <a:cs typeface="Times New Roman" panose="02020603050405020304" pitchFamily="18" charset="0"/>
              </a:rPr>
              <a:t>FUTURE ENHANCEMENT</a:t>
            </a:r>
            <a:endParaRPr lang="en-IN" sz="2800" dirty="0"/>
          </a:p>
        </p:txBody>
      </p:sp>
      <p:sp>
        <p:nvSpPr>
          <p:cNvPr id="3" name="Content Placeholder 2">
            <a:extLst>
              <a:ext uri="{FF2B5EF4-FFF2-40B4-BE49-F238E27FC236}">
                <a16:creationId xmlns:a16="http://schemas.microsoft.com/office/drawing/2014/main" id="{877EF145-8A7D-38EE-EB67-DBD35712CE2E}"/>
              </a:ext>
            </a:extLst>
          </p:cNvPr>
          <p:cNvSpPr>
            <a:spLocks noGrp="1"/>
          </p:cNvSpPr>
          <p:nvPr>
            <p:ph idx="1"/>
          </p:nvPr>
        </p:nvSpPr>
        <p:spPr/>
        <p:txBody>
          <a:bodyPr/>
          <a:lstStyle/>
          <a:p>
            <a:r>
              <a:rPr lang="en-IN" sz="2000" dirty="0">
                <a:latin typeface="Times New Roman" panose="02020603050405020304" pitchFamily="18" charset="0"/>
                <a:cs typeface="Times New Roman" panose="02020603050405020304" pitchFamily="18" charset="0"/>
              </a:rPr>
              <a:t>Integration with real metro smart-card data</a:t>
            </a:r>
          </a:p>
          <a:p>
            <a:r>
              <a:rPr lang="en-IN" sz="2000" dirty="0">
                <a:latin typeface="Times New Roman" panose="02020603050405020304" pitchFamily="18" charset="0"/>
                <a:cs typeface="Times New Roman" panose="02020603050405020304" pitchFamily="18" charset="0"/>
              </a:rPr>
              <a:t>Real-time crowd monitoring using IoT sensors</a:t>
            </a:r>
          </a:p>
          <a:p>
            <a:r>
              <a:rPr lang="en-IN" sz="2000" dirty="0">
                <a:latin typeface="Times New Roman" panose="02020603050405020304" pitchFamily="18" charset="0"/>
                <a:cs typeface="Times New Roman" panose="02020603050405020304" pitchFamily="18" charset="0"/>
              </a:rPr>
              <a:t>Mobile application deployment</a:t>
            </a:r>
          </a:p>
          <a:p>
            <a:r>
              <a:rPr lang="en-IN" sz="2000" dirty="0">
                <a:latin typeface="Times New Roman" panose="02020603050405020304" pitchFamily="18" charset="0"/>
                <a:cs typeface="Times New Roman" panose="02020603050405020304" pitchFamily="18" charset="0"/>
              </a:rPr>
              <a:t>Reinforcement learning for dynamic route optimization</a:t>
            </a:r>
          </a:p>
          <a:p>
            <a:r>
              <a:rPr lang="en-IN" sz="2000" dirty="0">
                <a:latin typeface="Times New Roman" panose="02020603050405020304" pitchFamily="18" charset="0"/>
                <a:cs typeface="Times New Roman" panose="02020603050405020304" pitchFamily="18" charset="0"/>
              </a:rPr>
              <a:t>Integration with Google Maps API</a:t>
            </a:r>
          </a:p>
          <a:p>
            <a:endParaRPr lang="en-IN" dirty="0"/>
          </a:p>
        </p:txBody>
      </p:sp>
    </p:spTree>
    <p:extLst>
      <p:ext uri="{BB962C8B-B14F-4D97-AF65-F5344CB8AC3E}">
        <p14:creationId xmlns:p14="http://schemas.microsoft.com/office/powerpoint/2010/main" val="25250311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C4251-DE5F-406B-7378-EC1E4DC18B1D}"/>
              </a:ext>
            </a:extLst>
          </p:cNvPr>
          <p:cNvSpPr>
            <a:spLocks noGrp="1"/>
          </p:cNvSpPr>
          <p:nvPr>
            <p:ph type="title"/>
          </p:nvPr>
        </p:nvSpPr>
        <p:spPr/>
        <p:txBody>
          <a:bodyPr>
            <a:normAutofit/>
          </a:bodyPr>
          <a:lstStyle/>
          <a:p>
            <a:pPr algn="ctr"/>
            <a:r>
              <a:rPr lang="en-GB" sz="2400" b="1" dirty="0">
                <a:latin typeface="Times New Roman" panose="02020603050405020304" pitchFamily="18" charset="0"/>
                <a:cs typeface="Times New Roman" panose="02020603050405020304" pitchFamily="18" charset="0"/>
              </a:rPr>
              <a:t>REFERENCES</a:t>
            </a:r>
            <a:endParaRPr lang="en-IN" sz="24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40D7137-FF5F-B213-8457-BECC3F9908E4}"/>
              </a:ext>
            </a:extLst>
          </p:cNvPr>
          <p:cNvSpPr>
            <a:spLocks noGrp="1"/>
          </p:cNvSpPr>
          <p:nvPr>
            <p:ph idx="1"/>
          </p:nvPr>
        </p:nvSpPr>
        <p:spPr/>
        <p:txBody>
          <a:bodyPr>
            <a:normAutofit/>
          </a:bodyPr>
          <a:lstStyle/>
          <a:p>
            <a:pPr marL="128270" indent="-127000">
              <a:lnSpc>
                <a:spcPct val="100000"/>
              </a:lnSpc>
              <a:spcBef>
                <a:spcPts val="100"/>
              </a:spcBef>
              <a:buSzPct val="91428"/>
              <a:buFontTx/>
              <a:buChar char="•"/>
              <a:tabLst>
                <a:tab pos="128270" algn="l"/>
              </a:tabLst>
              <a:defRPr/>
            </a:pPr>
            <a:r>
              <a:rPr lang="en-IN" sz="1800" kern="0" spc="-75" dirty="0">
                <a:solidFill>
                  <a:prstClr val="black"/>
                </a:solidFill>
                <a:latin typeface="Times New Roman" panose="02020603050405020304" pitchFamily="18" charset="0"/>
                <a:cs typeface="Times New Roman" panose="02020603050405020304" pitchFamily="18" charset="0"/>
              </a:rPr>
              <a:t>Sharma</a:t>
            </a:r>
            <a:r>
              <a:rPr lang="en-IN" sz="1800" kern="0" spc="-190" dirty="0">
                <a:solidFill>
                  <a:prstClr val="black"/>
                </a:solidFill>
                <a:latin typeface="Times New Roman" panose="02020603050405020304" pitchFamily="18" charset="0"/>
                <a:cs typeface="Times New Roman" panose="02020603050405020304" pitchFamily="18" charset="0"/>
              </a:rPr>
              <a:t> </a:t>
            </a:r>
            <a:r>
              <a:rPr lang="en-IN" sz="1800" kern="0" spc="-60" dirty="0">
                <a:solidFill>
                  <a:prstClr val="black"/>
                </a:solidFill>
                <a:latin typeface="Times New Roman" panose="02020603050405020304" pitchFamily="18" charset="0"/>
                <a:cs typeface="Times New Roman" panose="02020603050405020304" pitchFamily="18" charset="0"/>
              </a:rPr>
              <a:t>and</a:t>
            </a:r>
            <a:r>
              <a:rPr lang="en-IN" sz="1800" kern="0" spc="-100" dirty="0">
                <a:solidFill>
                  <a:prstClr val="black"/>
                </a:solidFill>
                <a:latin typeface="Times New Roman" panose="02020603050405020304" pitchFamily="18" charset="0"/>
                <a:cs typeface="Times New Roman" panose="02020603050405020304" pitchFamily="18" charset="0"/>
              </a:rPr>
              <a:t> </a:t>
            </a:r>
            <a:r>
              <a:rPr lang="en-IN" sz="1800" kern="0" spc="-75" dirty="0">
                <a:solidFill>
                  <a:prstClr val="black"/>
                </a:solidFill>
                <a:latin typeface="Times New Roman" panose="02020603050405020304" pitchFamily="18" charset="0"/>
                <a:cs typeface="Times New Roman" panose="02020603050405020304" pitchFamily="18" charset="0"/>
              </a:rPr>
              <a:t>Verma</a:t>
            </a:r>
            <a:r>
              <a:rPr lang="en-IN" sz="1800" kern="0" spc="-105" dirty="0">
                <a:solidFill>
                  <a:prstClr val="black"/>
                </a:solidFill>
                <a:latin typeface="Times New Roman" panose="02020603050405020304" pitchFamily="18" charset="0"/>
                <a:cs typeface="Times New Roman" panose="02020603050405020304" pitchFamily="18" charset="0"/>
              </a:rPr>
              <a:t> </a:t>
            </a:r>
            <a:r>
              <a:rPr lang="en-IN" sz="1800" kern="0" spc="-100" dirty="0">
                <a:solidFill>
                  <a:prstClr val="black"/>
                </a:solidFill>
                <a:latin typeface="Times New Roman" panose="02020603050405020304" pitchFamily="18" charset="0"/>
                <a:cs typeface="Times New Roman" panose="02020603050405020304" pitchFamily="18" charset="0"/>
              </a:rPr>
              <a:t>(2025)</a:t>
            </a:r>
            <a:r>
              <a:rPr lang="en-IN" sz="1800" kern="0" spc="-114" dirty="0">
                <a:solidFill>
                  <a:prstClr val="black"/>
                </a:solidFill>
                <a:latin typeface="Times New Roman" panose="02020603050405020304" pitchFamily="18" charset="0"/>
                <a:cs typeface="Times New Roman" panose="02020603050405020304" pitchFamily="18" charset="0"/>
              </a:rPr>
              <a:t> </a:t>
            </a:r>
            <a:r>
              <a:rPr lang="en-IN" sz="1800" kern="0" spc="-55" dirty="0" err="1">
                <a:solidFill>
                  <a:prstClr val="black"/>
                </a:solidFill>
                <a:latin typeface="Times New Roman" panose="02020603050405020304" pitchFamily="18" charset="0"/>
                <a:cs typeface="Times New Roman" panose="02020603050405020304" pitchFamily="18" charset="0"/>
              </a:rPr>
              <a:t>analyzed</a:t>
            </a:r>
            <a:r>
              <a:rPr lang="en-IN" sz="1800" kern="0" spc="-185" dirty="0">
                <a:solidFill>
                  <a:prstClr val="black"/>
                </a:solidFill>
                <a:latin typeface="Times New Roman" panose="02020603050405020304" pitchFamily="18" charset="0"/>
                <a:cs typeface="Times New Roman" panose="02020603050405020304" pitchFamily="18" charset="0"/>
              </a:rPr>
              <a:t> </a:t>
            </a:r>
            <a:r>
              <a:rPr lang="en-IN" sz="1800" kern="0" spc="-90" dirty="0">
                <a:solidFill>
                  <a:prstClr val="black"/>
                </a:solidFill>
                <a:latin typeface="Times New Roman" panose="02020603050405020304" pitchFamily="18" charset="0"/>
                <a:cs typeface="Times New Roman" panose="02020603050405020304" pitchFamily="18" charset="0"/>
              </a:rPr>
              <a:t>smart</a:t>
            </a:r>
            <a:r>
              <a:rPr lang="en-IN" sz="1800" kern="0" spc="-190" dirty="0">
                <a:solidFill>
                  <a:prstClr val="black"/>
                </a:solidFill>
                <a:latin typeface="Times New Roman" panose="02020603050405020304" pitchFamily="18" charset="0"/>
                <a:cs typeface="Times New Roman" panose="02020603050405020304" pitchFamily="18" charset="0"/>
              </a:rPr>
              <a:t> </a:t>
            </a:r>
            <a:r>
              <a:rPr lang="en-IN" sz="1800" kern="0" spc="-80" dirty="0">
                <a:solidFill>
                  <a:prstClr val="black"/>
                </a:solidFill>
                <a:latin typeface="Times New Roman" panose="02020603050405020304" pitchFamily="18" charset="0"/>
                <a:cs typeface="Times New Roman" panose="02020603050405020304" pitchFamily="18" charset="0"/>
              </a:rPr>
              <a:t>transportation</a:t>
            </a:r>
            <a:r>
              <a:rPr lang="en-IN" sz="1800" kern="0" spc="-200" dirty="0">
                <a:solidFill>
                  <a:prstClr val="black"/>
                </a:solidFill>
                <a:latin typeface="Times New Roman" panose="02020603050405020304" pitchFamily="18" charset="0"/>
                <a:cs typeface="Times New Roman" panose="02020603050405020304" pitchFamily="18" charset="0"/>
              </a:rPr>
              <a:t> </a:t>
            </a:r>
            <a:r>
              <a:rPr lang="en-IN" sz="1800" kern="0" spc="-55" dirty="0">
                <a:solidFill>
                  <a:prstClr val="black"/>
                </a:solidFill>
                <a:latin typeface="Times New Roman" panose="02020603050405020304" pitchFamily="18" charset="0"/>
                <a:cs typeface="Times New Roman" panose="02020603050405020304" pitchFamily="18" charset="0"/>
              </a:rPr>
              <a:t>systems</a:t>
            </a:r>
            <a:r>
              <a:rPr lang="en-IN" sz="1800" kern="0" spc="-135" dirty="0">
                <a:solidFill>
                  <a:prstClr val="black"/>
                </a:solidFill>
                <a:latin typeface="Times New Roman" panose="02020603050405020304" pitchFamily="18" charset="0"/>
                <a:cs typeface="Times New Roman" panose="02020603050405020304" pitchFamily="18" charset="0"/>
              </a:rPr>
              <a:t> </a:t>
            </a:r>
            <a:r>
              <a:rPr lang="en-IN" sz="1800" kern="0" spc="-30" dirty="0">
                <a:solidFill>
                  <a:prstClr val="black"/>
                </a:solidFill>
                <a:latin typeface="Times New Roman" panose="02020603050405020304" pitchFamily="18" charset="0"/>
                <a:cs typeface="Times New Roman" panose="02020603050405020304" pitchFamily="18" charset="0"/>
              </a:rPr>
              <a:t>in</a:t>
            </a:r>
            <a:r>
              <a:rPr lang="en-IN" sz="1800" kern="0" spc="-175" dirty="0">
                <a:solidFill>
                  <a:prstClr val="black"/>
                </a:solidFill>
                <a:latin typeface="Times New Roman" panose="02020603050405020304" pitchFamily="18" charset="0"/>
                <a:cs typeface="Times New Roman" panose="02020603050405020304" pitchFamily="18" charset="0"/>
              </a:rPr>
              <a:t> </a:t>
            </a:r>
            <a:r>
              <a:rPr lang="en-IN" sz="1800" kern="0" spc="-110" dirty="0">
                <a:solidFill>
                  <a:prstClr val="black"/>
                </a:solidFill>
                <a:latin typeface="Times New Roman" panose="02020603050405020304" pitchFamily="18" charset="0"/>
                <a:cs typeface="Times New Roman" panose="02020603050405020304" pitchFamily="18" charset="0"/>
              </a:rPr>
              <a:t>Indian</a:t>
            </a:r>
            <a:r>
              <a:rPr lang="en-IN" sz="1800" kern="0" spc="-95" dirty="0">
                <a:solidFill>
                  <a:prstClr val="black"/>
                </a:solidFill>
                <a:latin typeface="Times New Roman" panose="02020603050405020304" pitchFamily="18" charset="0"/>
                <a:cs typeface="Times New Roman" panose="02020603050405020304" pitchFamily="18" charset="0"/>
              </a:rPr>
              <a:t> </a:t>
            </a:r>
            <a:r>
              <a:rPr lang="en-IN" sz="1800" kern="0" spc="-90" dirty="0">
                <a:solidFill>
                  <a:prstClr val="black"/>
                </a:solidFill>
                <a:latin typeface="Times New Roman" panose="02020603050405020304" pitchFamily="18" charset="0"/>
                <a:cs typeface="Times New Roman" panose="02020603050405020304" pitchFamily="18" charset="0"/>
              </a:rPr>
              <a:t>metro</a:t>
            </a:r>
            <a:r>
              <a:rPr lang="en-IN" sz="1800" kern="0" spc="-120" dirty="0">
                <a:solidFill>
                  <a:prstClr val="black"/>
                </a:solidFill>
                <a:latin typeface="Times New Roman" panose="02020603050405020304" pitchFamily="18" charset="0"/>
                <a:cs typeface="Times New Roman" panose="02020603050405020304" pitchFamily="18" charset="0"/>
              </a:rPr>
              <a:t> </a:t>
            </a:r>
            <a:r>
              <a:rPr lang="en-IN" sz="1800" kern="0" spc="-10" dirty="0">
                <a:solidFill>
                  <a:prstClr val="black"/>
                </a:solidFill>
                <a:latin typeface="Times New Roman" panose="02020603050405020304" pitchFamily="18" charset="0"/>
                <a:cs typeface="Times New Roman" panose="02020603050405020304" pitchFamily="18" charset="0"/>
              </a:rPr>
              <a:t>cities</a:t>
            </a:r>
          </a:p>
          <a:p>
            <a:pPr marL="1270" indent="0">
              <a:lnSpc>
                <a:spcPct val="100000"/>
              </a:lnSpc>
              <a:spcBef>
                <a:spcPts val="100"/>
              </a:spcBef>
              <a:buSzPct val="91428"/>
              <a:buNone/>
              <a:tabLst>
                <a:tab pos="128270" algn="l"/>
              </a:tabLst>
              <a:defRPr/>
            </a:pPr>
            <a:endParaRPr kumimoji="0" lang="en-IN" sz="1800" b="0" i="0" u="none" strike="noStrike" kern="0" cap="none" spc="-5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128270" marR="0" lvl="0" indent="-127000" defTabSz="914400" eaLnBrk="1" fontAlgn="auto" latinLnBrk="0" hangingPunct="1">
              <a:lnSpc>
                <a:spcPct val="100000"/>
              </a:lnSpc>
              <a:spcBef>
                <a:spcPts val="100"/>
              </a:spcBef>
              <a:spcAft>
                <a:spcPts val="0"/>
              </a:spcAft>
              <a:buClrTx/>
              <a:buSzPct val="91428"/>
              <a:buFontTx/>
              <a:buChar char="•"/>
              <a:tabLst>
                <a:tab pos="128270" algn="l"/>
              </a:tabLst>
              <a:defRPr/>
            </a:pPr>
            <a:r>
              <a:rPr kumimoji="0" lang="en-IN" sz="1800" b="0" i="0" u="none" strike="noStrike" kern="0" cap="none" spc="-5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Zhao</a:t>
            </a:r>
            <a:r>
              <a:rPr kumimoji="0" lang="en-IN" sz="1800" b="0" i="0" u="none" strike="noStrike" kern="0" cap="none" spc="-175"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IN" sz="1800" b="0" i="0" u="none" strike="noStrike" kern="0" cap="none" spc="-5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et</a:t>
            </a:r>
            <a:r>
              <a:rPr kumimoji="0" lang="en-IN" sz="1800" b="0" i="0" u="none" strike="noStrike" kern="0" cap="none" spc="-18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IN" sz="1800" b="0" i="0" u="none" strike="noStrike" kern="0" cap="none" spc="-65"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al.</a:t>
            </a:r>
            <a:r>
              <a:rPr kumimoji="0" lang="en-IN" sz="1800" b="0" i="0" u="none" strike="noStrike" kern="0" cap="none" spc="-20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IN" sz="1800" b="0" i="0" u="none" strike="noStrike" kern="0" cap="none" spc="-10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(202</a:t>
            </a:r>
            <a:r>
              <a:rPr lang="en-IN" sz="1800" kern="0" spc="-100" dirty="0">
                <a:solidFill>
                  <a:prstClr val="black"/>
                </a:solidFill>
                <a:latin typeface="Times New Roman" panose="02020603050405020304" pitchFamily="18" charset="0"/>
                <a:cs typeface="Times New Roman" panose="02020603050405020304" pitchFamily="18" charset="0"/>
              </a:rPr>
              <a:t>5</a:t>
            </a:r>
            <a:r>
              <a:rPr kumimoji="0" lang="en-IN" sz="1800" b="0" i="0" u="none" strike="noStrike" kern="0" cap="none" spc="-10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r>
              <a:rPr kumimoji="0" lang="en-IN" sz="1800" b="0" i="0" u="none" strike="noStrike" kern="0" cap="none" spc="-14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IN" sz="1800" b="0" i="0" u="none" strike="noStrike" kern="0" cap="none" spc="-5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studied</a:t>
            </a:r>
            <a:r>
              <a:rPr kumimoji="0" lang="en-IN" sz="1800" b="0" i="0" u="none" strike="noStrike" kern="0" cap="none" spc="-195"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IN" sz="1800" b="0" i="0" u="none" strike="noStrike" kern="0" cap="none" spc="-75"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the</a:t>
            </a:r>
            <a:r>
              <a:rPr kumimoji="0" lang="en-IN" sz="1800" b="0" i="0" u="none" strike="noStrike" kern="0" cap="none" spc="-125"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IN" sz="1800" b="0" i="0" u="none" strike="noStrike" kern="0" cap="none" spc="-45"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use</a:t>
            </a:r>
            <a:r>
              <a:rPr kumimoji="0" lang="en-IN" sz="1800" b="0" i="0" u="none" strike="noStrike" kern="0" cap="none" spc="-125"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IN" sz="18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of</a:t>
            </a:r>
            <a:r>
              <a:rPr kumimoji="0" lang="en-IN" sz="1800" b="0" i="0" u="none" strike="noStrike" kern="0" cap="none" spc="-75"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IN" sz="1800" b="0" i="0" u="none" strike="noStrike" kern="0" cap="none" spc="-85"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smart</a:t>
            </a:r>
            <a:r>
              <a:rPr kumimoji="0" lang="en-IN" sz="1800" b="0" i="0" u="none" strike="noStrike" kern="0" cap="none" spc="-215"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IN" sz="1800" b="0" i="0" u="none" strike="noStrike" kern="0" cap="none" spc="-3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card</a:t>
            </a:r>
            <a:r>
              <a:rPr kumimoji="0" lang="en-IN" sz="1800" b="0" i="0" u="none" strike="noStrike" kern="0" cap="none" spc="-175"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IN" sz="1800" b="0" i="0" u="none" strike="noStrike" kern="0" cap="none" spc="-65"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data</a:t>
            </a:r>
            <a:r>
              <a:rPr kumimoji="0" lang="en-IN" sz="1800" b="0" i="0" u="none" strike="noStrike" kern="0" cap="none" spc="-13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IN" sz="1800" b="0" i="0" u="none" strike="noStrike" kern="0" cap="none" spc="-35"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to</a:t>
            </a:r>
            <a:r>
              <a:rPr kumimoji="0" lang="en-IN" sz="1800" b="0" i="0" u="none" strike="noStrike" kern="0" cap="none" spc="-17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IN" sz="1800" b="0" i="0" u="none" strike="noStrike" kern="0" cap="none" spc="-55" normalizeH="0" baseline="0" noProof="0" dirty="0" err="1">
                <a:ln>
                  <a:noFill/>
                </a:ln>
                <a:solidFill>
                  <a:prstClr val="black"/>
                </a:solidFill>
                <a:effectLst/>
                <a:uLnTx/>
                <a:uFillTx/>
                <a:latin typeface="Times New Roman" panose="02020603050405020304" pitchFamily="18" charset="0"/>
                <a:cs typeface="Times New Roman" panose="02020603050405020304" pitchFamily="18" charset="0"/>
              </a:rPr>
              <a:t>analyze</a:t>
            </a:r>
            <a:r>
              <a:rPr kumimoji="0" lang="en-IN" sz="1800" b="0" i="0" u="none" strike="noStrike" kern="0" cap="none" spc="-55"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IN" sz="1800" b="0" i="0" u="none" strike="noStrike" kern="0" cap="none" spc="-145"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IN" sz="1800" b="0" i="0" u="none" strike="noStrike" kern="0" cap="none" spc="-45"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passenger</a:t>
            </a:r>
            <a:r>
              <a:rPr kumimoji="0" lang="en-IN" sz="1800" b="0" i="0" u="none" strike="noStrike" kern="0" cap="none" spc="-15"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IN" sz="1800" b="0" i="0" u="none" strike="noStrike" kern="0" cap="none" spc="-75"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travel</a:t>
            </a:r>
            <a:r>
              <a:rPr kumimoji="0" lang="en-IN" sz="1800" b="0" i="0" u="none" strike="noStrike" kern="0" cap="none" spc="-16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IN" sz="1800" b="0" i="0" u="none" strike="noStrike" kern="0" cap="none" spc="-70" normalizeH="0" baseline="0" noProof="0" dirty="0" err="1">
                <a:ln>
                  <a:noFill/>
                </a:ln>
                <a:solidFill>
                  <a:prstClr val="black"/>
                </a:solidFill>
                <a:effectLst/>
                <a:uLnTx/>
                <a:uFillTx/>
                <a:latin typeface="Times New Roman" panose="02020603050405020304" pitchFamily="18" charset="0"/>
                <a:cs typeface="Times New Roman" panose="02020603050405020304" pitchFamily="18" charset="0"/>
              </a:rPr>
              <a:t>behavior</a:t>
            </a:r>
            <a:r>
              <a:rPr kumimoji="0" lang="en-IN" sz="1800" b="0" i="0" u="none" strike="noStrike" kern="0" cap="none" spc="-7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IN" sz="1800" b="0" i="0" u="none" strike="noStrike" kern="0" cap="none" spc="-65"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IN" sz="1800" b="0" i="0" u="none" strike="noStrike" kern="0" cap="none" spc="-3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in</a:t>
            </a:r>
            <a:r>
              <a:rPr kumimoji="0" lang="en-IN" sz="1800" b="0" i="0" u="none" strike="noStrike" kern="0" cap="none" spc="-20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IN" sz="1800" b="0" i="0" u="none" strike="noStrike" kern="0" cap="none" spc="-9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urban </a:t>
            </a:r>
            <a:r>
              <a:rPr kumimoji="0" lang="en-IN" sz="1800" b="0" i="0" u="none" strike="noStrike" kern="0" cap="none" spc="-8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transport</a:t>
            </a:r>
            <a:r>
              <a:rPr kumimoji="0" lang="en-IN" sz="1800" b="0" i="0" u="none" strike="noStrike" kern="0" cap="none" spc="-204"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IN" sz="1800" b="0" i="0" u="none" strike="noStrike" kern="0" cap="none" spc="-1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systems.</a:t>
            </a:r>
          </a:p>
          <a:p>
            <a:pPr marL="0" marR="0" lvl="0" indent="0" defTabSz="914400" eaLnBrk="1" fontAlgn="auto" latinLnBrk="0" hangingPunct="1">
              <a:lnSpc>
                <a:spcPct val="100000"/>
              </a:lnSpc>
              <a:spcBef>
                <a:spcPts val="575"/>
              </a:spcBef>
              <a:spcAft>
                <a:spcPts val="0"/>
              </a:spcAft>
              <a:buClrTx/>
              <a:buSzTx/>
              <a:buFont typeface="Verdana"/>
              <a:buChar char="•"/>
              <a:tabLst/>
              <a:defRPr/>
            </a:pPr>
            <a:endParaRPr kumimoji="0" lang="en-IN" sz="1800" b="0" i="0" u="none" strike="noStrike" kern="0" cap="none" spc="-1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133985" marR="0" lvl="0" indent="-127000" defTabSz="914400" eaLnBrk="1" fontAlgn="auto" latinLnBrk="0" hangingPunct="1">
              <a:lnSpc>
                <a:spcPct val="100000"/>
              </a:lnSpc>
              <a:spcBef>
                <a:spcPts val="0"/>
              </a:spcBef>
              <a:spcAft>
                <a:spcPts val="0"/>
              </a:spcAft>
              <a:buClrTx/>
              <a:buSzPct val="91428"/>
              <a:buFontTx/>
              <a:buChar char="•"/>
              <a:tabLst>
                <a:tab pos="133985" algn="l"/>
              </a:tabLst>
              <a:defRPr/>
            </a:pPr>
            <a:r>
              <a:rPr kumimoji="0" lang="en-IN" sz="18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Yang</a:t>
            </a:r>
            <a:r>
              <a:rPr kumimoji="0" lang="en-IN" sz="1800" b="0" i="0" u="none" strike="noStrike" kern="0" cap="none" spc="-114"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IN" sz="1800" b="0" i="0" u="none" strike="noStrike" kern="0" cap="none" spc="-45"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et</a:t>
            </a:r>
            <a:r>
              <a:rPr kumimoji="0" lang="en-IN" sz="1800" b="0" i="0" u="none" strike="noStrike" kern="0" cap="none" spc="-165"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IN" sz="1800" b="0" i="0" u="none" strike="noStrike" kern="0" cap="none" spc="-65"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al.</a:t>
            </a:r>
            <a:r>
              <a:rPr kumimoji="0" lang="en-IN" sz="1800" b="0" i="0" u="none" strike="noStrike" kern="0" cap="none" spc="-204"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IN" sz="1800" b="0" i="0" u="none" strike="noStrike" kern="0" cap="none" spc="-95"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(2025)</a:t>
            </a:r>
            <a:r>
              <a:rPr kumimoji="0" lang="en-IN" sz="1800" b="0" i="0" u="none" strike="noStrike" kern="0" cap="none" spc="-10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IN" sz="1800" b="0" i="0" u="none" strike="noStrike" kern="0" cap="none" spc="-5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proposed</a:t>
            </a:r>
            <a:r>
              <a:rPr kumimoji="0" lang="en-IN" sz="1800" b="0" i="0" u="none" strike="noStrike" kern="0" cap="none" spc="-35"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IN" sz="1800" b="0" i="0" u="none" strike="noStrike" kern="0" cap="none" spc="-75"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optimization</a:t>
            </a:r>
            <a:r>
              <a:rPr kumimoji="0" lang="en-IN" sz="1800" b="0" i="0" u="none" strike="noStrike" kern="0" cap="none" spc="-229"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IN" sz="1800" b="0" i="0" u="none" strike="noStrike" kern="0" cap="none" spc="-5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techniques</a:t>
            </a:r>
            <a:r>
              <a:rPr kumimoji="0" lang="en-IN" sz="1800" b="0" i="0" u="none" strike="noStrike" kern="0" cap="none" spc="-45"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IN" sz="1800" b="0" i="0" u="none" strike="noStrike" kern="0" cap="none" spc="-3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for</a:t>
            </a:r>
            <a:r>
              <a:rPr kumimoji="0" lang="en-IN" sz="1800" b="0" i="0" u="none" strike="noStrike" kern="0" cap="none" spc="-145"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IN" sz="1800" b="0" i="0" u="none" strike="noStrike" kern="0" cap="none" spc="-9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metro</a:t>
            </a:r>
            <a:r>
              <a:rPr kumimoji="0" lang="en-IN" sz="1800" b="0" i="0" u="none" strike="noStrike" kern="0" cap="none" spc="-155"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IN" sz="1800" b="0" i="0" u="none" strike="noStrike" kern="0" cap="none" spc="-55"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operations</a:t>
            </a:r>
            <a:r>
              <a:rPr kumimoji="0" lang="en-IN" sz="1800" b="0" i="0" u="none" strike="noStrike" kern="0" cap="none" spc="-15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IN" sz="1800" b="0" i="0" u="none" strike="noStrike" kern="0" cap="none" spc="-7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using</a:t>
            </a:r>
            <a:r>
              <a:rPr kumimoji="0" lang="en-IN" sz="1800" b="0" i="0" u="none" strike="noStrike" kern="0" cap="none" spc="-105"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IN" sz="1800" b="0" i="0" u="none" strike="noStrike" kern="0" cap="none" spc="-5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passenger</a:t>
            </a:r>
            <a:r>
              <a:rPr kumimoji="0" lang="en-IN" sz="1800" b="0" i="0" u="none" strike="noStrike" kern="0" cap="none" spc="-25"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IN" sz="18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flow</a:t>
            </a:r>
            <a:r>
              <a:rPr kumimoji="0" lang="en-IN" sz="1800" b="0" i="0" u="none" strike="noStrike" kern="0" cap="none" spc="-165"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IN" sz="1800" b="0" i="0" u="none" strike="noStrike" kern="0" cap="none" spc="-1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data.</a:t>
            </a:r>
          </a:p>
          <a:p>
            <a:pPr marL="0" marR="0" lvl="0" indent="0" defTabSz="914400" eaLnBrk="1" fontAlgn="auto" latinLnBrk="0" hangingPunct="1">
              <a:lnSpc>
                <a:spcPct val="100000"/>
              </a:lnSpc>
              <a:spcBef>
                <a:spcPts val="575"/>
              </a:spcBef>
              <a:spcAft>
                <a:spcPts val="0"/>
              </a:spcAft>
              <a:buClrTx/>
              <a:buSzTx/>
              <a:buFont typeface="Verdana"/>
              <a:buChar char="•"/>
              <a:tabLst/>
              <a:defRPr/>
            </a:pPr>
            <a:endParaRPr kumimoji="0" lang="en-IN" sz="1800" b="0" i="0" u="none" strike="noStrike" kern="0" cap="none" spc="-1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131445" marR="0" lvl="0" indent="-127000" defTabSz="914400" eaLnBrk="1" fontAlgn="auto" latinLnBrk="0" hangingPunct="1">
              <a:lnSpc>
                <a:spcPct val="100000"/>
              </a:lnSpc>
              <a:spcBef>
                <a:spcPts val="0"/>
              </a:spcBef>
              <a:spcAft>
                <a:spcPts val="0"/>
              </a:spcAft>
              <a:buClrTx/>
              <a:buSzPct val="91428"/>
              <a:buFontTx/>
              <a:buChar char="•"/>
              <a:tabLst>
                <a:tab pos="131445" algn="l"/>
              </a:tabLst>
              <a:defRPr/>
            </a:pPr>
            <a:r>
              <a:rPr kumimoji="0" lang="en-IN" sz="1800" b="0" i="0" u="none" strike="noStrike" kern="0" cap="none" spc="-15"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Wu</a:t>
            </a:r>
            <a:r>
              <a:rPr kumimoji="0" lang="en-IN" sz="1800" b="0" i="0" u="none" strike="noStrike" kern="0" cap="none" spc="-17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IN" sz="1800" b="0" i="0" u="none" strike="noStrike" kern="0" cap="none" spc="-5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et</a:t>
            </a:r>
            <a:r>
              <a:rPr kumimoji="0" lang="en-IN" sz="1800" b="0" i="0" u="none" strike="noStrike" kern="0" cap="none" spc="-185"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IN" sz="1800" b="0" i="0" u="none" strike="noStrike" kern="0" cap="none" spc="-65"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al.</a:t>
            </a:r>
            <a:r>
              <a:rPr kumimoji="0" lang="en-IN" sz="1800" b="0" i="0" u="none" strike="noStrike" kern="0" cap="none" spc="-204"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IN" sz="1800" b="0" i="0" u="none" strike="noStrike" kern="0" cap="none" spc="-10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(2024)</a:t>
            </a:r>
            <a:r>
              <a:rPr kumimoji="0" lang="en-IN" sz="1800" b="0" i="0" u="none" strike="noStrike" kern="0" cap="none" spc="-17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IN" sz="1800" b="0" i="0" u="none" strike="noStrike" kern="0" cap="none" spc="-4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applied</a:t>
            </a:r>
            <a:r>
              <a:rPr kumimoji="0" lang="en-IN" sz="1800" b="0" i="0" u="none" strike="noStrike" kern="0" cap="none" spc="-95"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IN" sz="1800" b="0" i="0" u="none" strike="noStrike" kern="0" cap="none" spc="-25"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deep</a:t>
            </a:r>
            <a:r>
              <a:rPr kumimoji="0" lang="en-IN" sz="1800" b="0" i="0" u="none" strike="noStrike" kern="0" cap="none" spc="-75"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IN" sz="1800" b="0" i="0" u="none" strike="noStrike" kern="0" cap="none" spc="-7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learning</a:t>
            </a:r>
            <a:r>
              <a:rPr kumimoji="0" lang="en-IN" sz="1800" b="0" i="0" u="none" strike="noStrike" kern="0" cap="none" spc="-20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IN" sz="1800" b="0" i="0" u="none" strike="noStrike" kern="0" cap="none" spc="-5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models</a:t>
            </a:r>
            <a:r>
              <a:rPr kumimoji="0" lang="en-IN" sz="1800" b="0" i="0" u="none" strike="noStrike" kern="0" cap="none" spc="-19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IN" sz="1800" b="0" i="0" u="none" strike="noStrike" kern="0" cap="none" spc="-3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for</a:t>
            </a:r>
            <a:r>
              <a:rPr kumimoji="0" lang="en-IN" sz="1800" b="0" i="0" u="none" strike="noStrike" kern="0" cap="none" spc="-145"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IN" sz="1800" b="0" i="0" u="none" strike="noStrike" kern="0" cap="none" spc="-5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predicting</a:t>
            </a:r>
            <a:r>
              <a:rPr kumimoji="0" lang="en-IN" sz="1800" b="0" i="0" u="none" strike="noStrike" kern="0" cap="none" spc="-12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IN" sz="1800" b="0" i="0" u="none" strike="noStrike" kern="0" cap="none" spc="-9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metro</a:t>
            </a:r>
            <a:r>
              <a:rPr kumimoji="0" lang="en-IN" sz="1800" b="0" i="0" u="none" strike="noStrike" kern="0" cap="none" spc="-14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IN" sz="1800" b="0" i="0" u="none" strike="noStrike" kern="0" cap="none" spc="-45"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passenger</a:t>
            </a:r>
            <a:r>
              <a:rPr kumimoji="0" lang="en-IN" sz="1800" b="0" i="0" u="none" strike="noStrike" kern="0" cap="none" spc="-2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crowd</a:t>
            </a:r>
            <a:r>
              <a:rPr kumimoji="0" lang="en-IN" sz="1800" b="0" i="0" u="none" strike="noStrike" kern="0" cap="none" spc="-125"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IN" sz="1800" b="0" i="0" u="none" strike="noStrike" kern="0" cap="none" spc="-1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levels.</a:t>
            </a:r>
          </a:p>
          <a:p>
            <a:pPr marL="131445" marR="0" lvl="0" indent="-127000" defTabSz="914400" eaLnBrk="1" fontAlgn="auto" latinLnBrk="0" hangingPunct="1">
              <a:lnSpc>
                <a:spcPct val="100000"/>
              </a:lnSpc>
              <a:spcBef>
                <a:spcPts val="2100"/>
              </a:spcBef>
              <a:spcAft>
                <a:spcPts val="0"/>
              </a:spcAft>
              <a:buClrTx/>
              <a:buSzPct val="91428"/>
              <a:buFontTx/>
              <a:buChar char="•"/>
              <a:tabLst>
                <a:tab pos="131445" algn="l"/>
              </a:tabLst>
              <a:defRPr/>
            </a:pPr>
            <a:r>
              <a:rPr kumimoji="0" lang="en-IN" sz="1800" b="0" i="0" u="none" strike="noStrike" kern="0" cap="none" spc="-35"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Chen</a:t>
            </a:r>
            <a:r>
              <a:rPr kumimoji="0" lang="en-IN" sz="1800" b="0" i="0" u="none" strike="noStrike" kern="0" cap="none" spc="-95"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IN" sz="1800" b="0" i="0" u="none" strike="noStrike" kern="0" cap="none" spc="-5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et</a:t>
            </a:r>
            <a:r>
              <a:rPr kumimoji="0" lang="en-IN" sz="1800" b="0" i="0" u="none" strike="noStrike" kern="0" cap="none" spc="-135"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IN" sz="1800" b="0" i="0" u="none" strike="noStrike" kern="0" cap="none" spc="-65"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al.</a:t>
            </a:r>
            <a:r>
              <a:rPr kumimoji="0" lang="en-IN" sz="1800" b="0" i="0" u="none" strike="noStrike" kern="0" cap="none" spc="-18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IN" sz="1800" b="0" i="0" u="none" strike="noStrike" kern="0" cap="none" spc="-10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(2024)</a:t>
            </a:r>
            <a:r>
              <a:rPr kumimoji="0" lang="en-IN" sz="1800" b="0" i="0" u="none" strike="noStrike" kern="0" cap="none" spc="-9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IN" sz="1800" b="0" i="0" u="none" strike="noStrike" kern="0" cap="none" spc="-4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developed</a:t>
            </a:r>
            <a:r>
              <a:rPr kumimoji="0" lang="en-IN" sz="1800" b="0" i="0" u="none" strike="noStrike" kern="0" cap="none" spc="-155"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IN" sz="1800" b="0" i="0" u="none" strike="noStrike" kern="0" cap="none" spc="-85"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real-</a:t>
            </a:r>
            <a:r>
              <a:rPr kumimoji="0" lang="en-IN" sz="1800" b="0" i="0" u="none" strike="noStrike" kern="0" cap="none" spc="-75"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time</a:t>
            </a:r>
            <a:r>
              <a:rPr kumimoji="0" lang="en-IN" sz="1800" b="0" i="0" u="none" strike="noStrike" kern="0" cap="none" spc="-125"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IN" sz="1800" b="0" i="0" u="none" strike="noStrike" kern="0" cap="none" spc="-2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crowd</a:t>
            </a:r>
            <a:r>
              <a:rPr kumimoji="0" lang="en-IN" sz="1800" b="0" i="0" u="none" strike="noStrike" kern="0" cap="none" spc="-105"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IN" sz="1800" b="0" i="0" u="none" strike="noStrike" kern="0" cap="none" spc="-75"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monitoring</a:t>
            </a:r>
            <a:r>
              <a:rPr kumimoji="0" lang="en-IN" sz="1800" b="0" i="0" u="none" strike="noStrike" kern="0" cap="none" spc="-204"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IN" sz="1800" b="0" i="0" u="none" strike="noStrike" kern="0" cap="none" spc="-55"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systems</a:t>
            </a:r>
            <a:r>
              <a:rPr kumimoji="0" lang="en-IN" sz="1800" b="0" i="0" u="none" strike="noStrike" kern="0" cap="none" spc="-114"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IN" sz="1800" b="0" i="0" u="none" strike="noStrike" kern="0" cap="none" spc="-3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for</a:t>
            </a:r>
            <a:r>
              <a:rPr kumimoji="0" lang="en-IN" sz="1800" b="0" i="0" u="none" strike="noStrike" kern="0" cap="none" spc="-114"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IN" sz="1800" b="0" i="0" u="none" strike="noStrike" kern="0" cap="none" spc="-75"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urban</a:t>
            </a:r>
            <a:r>
              <a:rPr kumimoji="0" lang="en-IN" sz="1800" b="0" i="0" u="none" strike="noStrike" kern="0" cap="none" spc="-12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IN" sz="1800" b="0" i="0" u="none" strike="noStrike" kern="0" cap="none" spc="-85"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metro</a:t>
            </a:r>
            <a:r>
              <a:rPr kumimoji="0" lang="en-IN" sz="1800" b="0" i="0" u="none" strike="noStrike" kern="0" cap="none" spc="-10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IN" sz="1800" b="0" i="0" u="none" strike="noStrike" kern="0" cap="none" spc="-1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stations.</a:t>
            </a:r>
          </a:p>
          <a:p>
            <a:endParaRPr lang="en-IN" dirty="0"/>
          </a:p>
        </p:txBody>
      </p:sp>
    </p:spTree>
    <p:extLst>
      <p:ext uri="{BB962C8B-B14F-4D97-AF65-F5344CB8AC3E}">
        <p14:creationId xmlns:p14="http://schemas.microsoft.com/office/powerpoint/2010/main" val="34980331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BFFEA-22C9-2D46-5092-B8C448B96D43}"/>
              </a:ext>
            </a:extLst>
          </p:cNvPr>
          <p:cNvSpPr>
            <a:spLocks noGrp="1"/>
          </p:cNvSpPr>
          <p:nvPr>
            <p:ph type="title"/>
          </p:nvPr>
        </p:nvSpPr>
        <p:spPr/>
        <p:txBody>
          <a:bodyPr>
            <a:normAutofit/>
          </a:bodyPr>
          <a:lstStyle/>
          <a:p>
            <a:pPr algn="ctr"/>
            <a:r>
              <a:rPr lang="en-GB" sz="2400" b="1" dirty="0">
                <a:latin typeface="Times New Roman" panose="02020603050405020304" pitchFamily="18" charset="0"/>
                <a:cs typeface="Times New Roman" panose="02020603050405020304" pitchFamily="18" charset="0"/>
              </a:rPr>
              <a:t>CONTRIBUTION - IMPACT</a:t>
            </a:r>
            <a:endParaRPr lang="en-IN" sz="2400"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8BAD5C29-CB7E-96AD-39A3-406BF2B92201}"/>
              </a:ext>
            </a:extLst>
          </p:cNvPr>
          <p:cNvSpPr>
            <a:spLocks noGrp="1"/>
          </p:cNvSpPr>
          <p:nvPr>
            <p:ph type="body" idx="1"/>
          </p:nvPr>
        </p:nvSpPr>
        <p:spPr>
          <a:xfrm>
            <a:off x="867833" y="1690688"/>
            <a:ext cx="10485967" cy="3924151"/>
          </a:xfrm>
        </p:spPr>
        <p:txBody>
          <a:bodyPr>
            <a:normAutofit lnSpcReduction="10000"/>
          </a:bodyPr>
          <a:lstStyle/>
          <a:p>
            <a:pPr marL="0" indent="0">
              <a:buNone/>
            </a:pPr>
            <a:r>
              <a:rPr lang="en-US" sz="1600" dirty="0">
                <a:latin typeface="Times New Roman" panose="02020603050405020304" pitchFamily="18" charset="0"/>
                <a:cs typeface="Times New Roman" panose="02020603050405020304" pitchFamily="18" charset="0"/>
              </a:rPr>
              <a:t>This project demonstrates how </a:t>
            </a:r>
            <a:r>
              <a:rPr lang="en-US" sz="1600" b="1" dirty="0">
                <a:latin typeface="Times New Roman" panose="02020603050405020304" pitchFamily="18" charset="0"/>
                <a:cs typeface="Times New Roman" panose="02020603050405020304" pitchFamily="18" charset="0"/>
              </a:rPr>
              <a:t>AI and data analytics can improve public transportation systems</a:t>
            </a:r>
            <a:r>
              <a:rPr lang="en-US" sz="1600" dirty="0">
                <a:latin typeface="Times New Roman" panose="02020603050405020304" pitchFamily="18" charset="0"/>
                <a:cs typeface="Times New Roman" panose="02020603050405020304" pitchFamily="18" charset="0"/>
              </a:rPr>
              <a:t>.</a:t>
            </a:r>
          </a:p>
          <a:p>
            <a:pPr marL="0" indent="0">
              <a:buNone/>
            </a:pPr>
            <a:r>
              <a:rPr lang="en-US" sz="1600" dirty="0">
                <a:latin typeface="Times New Roman" panose="02020603050405020304" pitchFamily="18" charset="0"/>
                <a:cs typeface="Times New Roman" panose="02020603050405020304" pitchFamily="18" charset="0"/>
              </a:rPr>
              <a:t>Possible real-world applications include:</a:t>
            </a:r>
          </a:p>
          <a:p>
            <a:r>
              <a:rPr lang="en-US" sz="1600" dirty="0">
                <a:latin typeface="Times New Roman" panose="02020603050405020304" pitchFamily="18" charset="0"/>
                <a:cs typeface="Times New Roman" panose="02020603050405020304" pitchFamily="18" charset="0"/>
              </a:rPr>
              <a:t>Smart metro commute planning</a:t>
            </a:r>
          </a:p>
          <a:p>
            <a:r>
              <a:rPr lang="en-US" sz="1600" dirty="0">
                <a:latin typeface="Times New Roman" panose="02020603050405020304" pitchFamily="18" charset="0"/>
                <a:cs typeface="Times New Roman" panose="02020603050405020304" pitchFamily="18" charset="0"/>
              </a:rPr>
              <a:t>Passenger flow management</a:t>
            </a:r>
          </a:p>
          <a:p>
            <a:r>
              <a:rPr lang="en-US" sz="1600" dirty="0">
                <a:latin typeface="Times New Roman" panose="02020603050405020304" pitchFamily="18" charset="0"/>
                <a:cs typeface="Times New Roman" panose="02020603050405020304" pitchFamily="18" charset="0"/>
              </a:rPr>
              <a:t>Crowd congestion prediction</a:t>
            </a:r>
          </a:p>
          <a:p>
            <a:r>
              <a:rPr lang="en-US" sz="1600" dirty="0">
                <a:latin typeface="Times New Roman" panose="02020603050405020304" pitchFamily="18" charset="0"/>
                <a:cs typeface="Times New Roman" panose="02020603050405020304" pitchFamily="18" charset="0"/>
              </a:rPr>
              <a:t>Smart city transportation systems</a:t>
            </a:r>
          </a:p>
          <a:p>
            <a:r>
              <a:rPr lang="en-US" sz="1600" dirty="0">
                <a:latin typeface="Times New Roman" panose="02020603050405020304" pitchFamily="18" charset="0"/>
                <a:cs typeface="Times New Roman" panose="02020603050405020304" pitchFamily="18" charset="0"/>
              </a:rPr>
              <a:t>Data-driven metro operations</a:t>
            </a:r>
          </a:p>
          <a:p>
            <a:pPr marL="0" indent="0">
              <a:buNone/>
            </a:pPr>
            <a:r>
              <a:rPr lang="en-US" sz="1600" dirty="0">
                <a:latin typeface="Times New Roman" panose="02020603050405020304" pitchFamily="18" charset="0"/>
                <a:cs typeface="Times New Roman" panose="02020603050405020304" pitchFamily="18" charset="0"/>
              </a:rPr>
              <a:t>Such systems can help cities build </a:t>
            </a:r>
            <a:r>
              <a:rPr lang="en-US" sz="1600" b="1" dirty="0">
                <a:latin typeface="Times New Roman" panose="02020603050405020304" pitchFamily="18" charset="0"/>
                <a:cs typeface="Times New Roman" panose="02020603050405020304" pitchFamily="18" charset="0"/>
              </a:rPr>
              <a:t>more efficient and intelligent urban transportation networks</a:t>
            </a:r>
            <a:r>
              <a:rPr lang="en-US" sz="1600" dirty="0">
                <a:latin typeface="Times New Roman" panose="02020603050405020304" pitchFamily="18" charset="0"/>
                <a:cs typeface="Times New Roman" panose="02020603050405020304" pitchFamily="18" charset="0"/>
              </a:rPr>
              <a:t>.</a:t>
            </a:r>
          </a:p>
          <a:p>
            <a:r>
              <a:rPr lang="en-US" sz="1600" dirty="0">
                <a:latin typeface="Times New Roman" panose="02020603050405020304" pitchFamily="18" charset="0"/>
                <a:cs typeface="Times New Roman" panose="02020603050405020304" pitchFamily="18" charset="0"/>
              </a:rPr>
              <a:t>This project improves metro commuting by predicting passenger crowd levels and recommending optimal travel routes using machine learning and graph algorithms. It helps commuters avoid overcrowded stations and make better travel decisions.</a:t>
            </a:r>
          </a:p>
          <a:p>
            <a:r>
              <a:rPr lang="en-US" sz="1600" dirty="0">
                <a:latin typeface="Times New Roman" panose="02020603050405020304" pitchFamily="18" charset="0"/>
                <a:cs typeface="Times New Roman" panose="02020603050405020304" pitchFamily="18" charset="0"/>
              </a:rPr>
              <a:t>The system benefits daily metro passengers and transportation planners by providing crowd analytics, route optimization, and visual insights, making metro travel more efficient and supporting smarter urban transportation systems</a:t>
            </a:r>
          </a:p>
          <a:p>
            <a:pPr marL="0" indent="0">
              <a:buNone/>
            </a:pP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683147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0659C-CF15-1C85-6AF4-41F3DF261911}"/>
              </a:ext>
            </a:extLst>
          </p:cNvPr>
          <p:cNvSpPr>
            <a:spLocks noGrp="1"/>
          </p:cNvSpPr>
          <p:nvPr>
            <p:ph type="title"/>
          </p:nvPr>
        </p:nvSpPr>
        <p:spPr/>
        <p:txBody>
          <a:bodyPr>
            <a:normAutofit/>
          </a:bodyPr>
          <a:lstStyle/>
          <a:p>
            <a:pPr algn="ctr"/>
            <a:r>
              <a:rPr lang="en-IN" sz="2800" b="1" dirty="0">
                <a:latin typeface="Times New Roman" panose="02020603050405020304" pitchFamily="18" charset="0"/>
                <a:cs typeface="Times New Roman" panose="02020603050405020304" pitchFamily="18" charset="0"/>
              </a:rPr>
              <a:t>CODE STRUCTURE</a:t>
            </a:r>
          </a:p>
        </p:txBody>
      </p:sp>
      <p:pic>
        <p:nvPicPr>
          <p:cNvPr id="4" name="Content Placeholder 3" descr="A screenshot of a computer&#10;&#10;AI-generated content may be incorrect.">
            <a:extLst>
              <a:ext uri="{FF2B5EF4-FFF2-40B4-BE49-F238E27FC236}">
                <a16:creationId xmlns:a16="http://schemas.microsoft.com/office/drawing/2014/main" id="{3C3EE213-6EFC-FD20-F717-A6FEC6A7D0A0}"/>
              </a:ext>
            </a:extLst>
          </p:cNvPr>
          <p:cNvPicPr>
            <a:picLocks noGrp="1" noChangeAspect="1"/>
          </p:cNvPicPr>
          <p:nvPr>
            <p:ph idx="1"/>
          </p:nvPr>
        </p:nvPicPr>
        <p:blipFill>
          <a:blip r:embed="rId2"/>
          <a:srcRect l="602" t="14530"/>
          <a:stretch>
            <a:fillRect/>
          </a:stretch>
        </p:blipFill>
        <p:spPr>
          <a:xfrm>
            <a:off x="2564070" y="2189664"/>
            <a:ext cx="7063860" cy="3623259"/>
          </a:xfrm>
          <a:prstGeom prst="rect">
            <a:avLst/>
          </a:prstGeom>
        </p:spPr>
      </p:pic>
    </p:spTree>
    <p:extLst>
      <p:ext uri="{BB962C8B-B14F-4D97-AF65-F5344CB8AC3E}">
        <p14:creationId xmlns:p14="http://schemas.microsoft.com/office/powerpoint/2010/main" val="24298011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F7A90-C4D3-9415-78C5-CCBA231A2388}"/>
              </a:ext>
            </a:extLst>
          </p:cNvPr>
          <p:cNvSpPr>
            <a:spLocks noGrp="1"/>
          </p:cNvSpPr>
          <p:nvPr>
            <p:ph type="title"/>
          </p:nvPr>
        </p:nvSpPr>
        <p:spPr>
          <a:xfrm>
            <a:off x="3458739" y="378721"/>
            <a:ext cx="7941522" cy="410369"/>
          </a:xfrm>
        </p:spPr>
        <p:txBody>
          <a:bodyPr/>
          <a:lstStyle/>
          <a:p>
            <a:r>
              <a:rPr lang="en-GB" sz="2667" dirty="0"/>
              <a:t>100 %  CODE IMPLEMENTATION</a:t>
            </a:r>
            <a:endParaRPr lang="en-IN" sz="2667" dirty="0"/>
          </a:p>
        </p:txBody>
      </p:sp>
      <p:sp>
        <p:nvSpPr>
          <p:cNvPr id="3" name="Content Placeholder 2">
            <a:extLst>
              <a:ext uri="{FF2B5EF4-FFF2-40B4-BE49-F238E27FC236}">
                <a16:creationId xmlns:a16="http://schemas.microsoft.com/office/drawing/2014/main" id="{4C89643A-C9DD-B7EA-4031-F32B11C9862E}"/>
              </a:ext>
            </a:extLst>
          </p:cNvPr>
          <p:cNvSpPr>
            <a:spLocks noGrp="1"/>
          </p:cNvSpPr>
          <p:nvPr>
            <p:ph sz="half" idx="2"/>
          </p:nvPr>
        </p:nvSpPr>
        <p:spPr>
          <a:xfrm>
            <a:off x="1841500" y="923017"/>
            <a:ext cx="4254500" cy="276999"/>
          </a:xfrm>
        </p:spPr>
        <p:txBody>
          <a:bodyPr/>
          <a:lstStyle/>
          <a:p>
            <a:r>
              <a:rPr lang="en-GB" sz="2000" b="1" dirty="0">
                <a:latin typeface="Times New Roman" panose="02020603050405020304" pitchFamily="18" charset="0"/>
                <a:cs typeface="Times New Roman" panose="02020603050405020304" pitchFamily="18" charset="0"/>
              </a:rPr>
              <a:t>DATA PREPARATION</a:t>
            </a:r>
            <a:endParaRPr lang="en-IN" sz="2000"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57E4F1FF-0F69-B726-9171-26CF776827E3}"/>
              </a:ext>
            </a:extLst>
          </p:cNvPr>
          <p:cNvPicPr>
            <a:picLocks noChangeAspect="1"/>
          </p:cNvPicPr>
          <p:nvPr/>
        </p:nvPicPr>
        <p:blipFill>
          <a:blip r:embed="rId2"/>
          <a:stretch>
            <a:fillRect/>
          </a:stretch>
        </p:blipFill>
        <p:spPr>
          <a:xfrm>
            <a:off x="2260842" y="1530819"/>
            <a:ext cx="3288817" cy="4944725"/>
          </a:xfrm>
          <a:prstGeom prst="rect">
            <a:avLst/>
          </a:prstGeom>
        </p:spPr>
      </p:pic>
      <p:pic>
        <p:nvPicPr>
          <p:cNvPr id="9" name="Content Placeholder 8">
            <a:extLst>
              <a:ext uri="{FF2B5EF4-FFF2-40B4-BE49-F238E27FC236}">
                <a16:creationId xmlns:a16="http://schemas.microsoft.com/office/drawing/2014/main" id="{3DE2A9A2-E9BF-C333-485B-17AFB98FA4A6}"/>
              </a:ext>
            </a:extLst>
          </p:cNvPr>
          <p:cNvPicPr>
            <a:picLocks noGrp="1" noChangeAspect="1"/>
          </p:cNvPicPr>
          <p:nvPr>
            <p:ph sz="half" idx="3"/>
          </p:nvPr>
        </p:nvPicPr>
        <p:blipFill>
          <a:blip r:embed="rId3"/>
          <a:stretch>
            <a:fillRect/>
          </a:stretch>
        </p:blipFill>
        <p:spPr>
          <a:xfrm>
            <a:off x="7429500" y="1576917"/>
            <a:ext cx="3585380" cy="4852531"/>
          </a:xfrm>
          <a:prstGeom prst="rect">
            <a:avLst/>
          </a:prstGeom>
        </p:spPr>
      </p:pic>
    </p:spTree>
    <p:extLst>
      <p:ext uri="{BB962C8B-B14F-4D97-AF65-F5344CB8AC3E}">
        <p14:creationId xmlns:p14="http://schemas.microsoft.com/office/powerpoint/2010/main" val="35490945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D90E8-0C24-B262-F008-DB3E082393DD}"/>
              </a:ext>
            </a:extLst>
          </p:cNvPr>
          <p:cNvSpPr>
            <a:spLocks noGrp="1"/>
          </p:cNvSpPr>
          <p:nvPr>
            <p:ph type="title"/>
          </p:nvPr>
        </p:nvSpPr>
        <p:spPr>
          <a:xfrm>
            <a:off x="2370527" y="889000"/>
            <a:ext cx="7941522" cy="256481"/>
          </a:xfrm>
        </p:spPr>
        <p:txBody>
          <a:bodyPr>
            <a:normAutofit/>
          </a:bodyPr>
          <a:lstStyle/>
          <a:p>
            <a:r>
              <a:rPr lang="en-IN" sz="1667" dirty="0"/>
              <a:t>MODEL TRAINING</a:t>
            </a:r>
          </a:p>
        </p:txBody>
      </p:sp>
      <p:pic>
        <p:nvPicPr>
          <p:cNvPr id="6" name="Content Placeholder 5">
            <a:extLst>
              <a:ext uri="{FF2B5EF4-FFF2-40B4-BE49-F238E27FC236}">
                <a16:creationId xmlns:a16="http://schemas.microsoft.com/office/drawing/2014/main" id="{4281E1BD-6E6E-3C74-80F3-5D714BB9CA98}"/>
              </a:ext>
            </a:extLst>
          </p:cNvPr>
          <p:cNvPicPr>
            <a:picLocks noGrp="1" noChangeAspect="1"/>
          </p:cNvPicPr>
          <p:nvPr>
            <p:ph sz="half" idx="2"/>
          </p:nvPr>
        </p:nvPicPr>
        <p:blipFill>
          <a:blip r:embed="rId2"/>
          <a:stretch>
            <a:fillRect/>
          </a:stretch>
        </p:blipFill>
        <p:spPr>
          <a:xfrm>
            <a:off x="2377998" y="1576917"/>
            <a:ext cx="3019502" cy="4709583"/>
          </a:xfrm>
          <a:prstGeom prst="rect">
            <a:avLst/>
          </a:prstGeom>
        </p:spPr>
      </p:pic>
      <p:pic>
        <p:nvPicPr>
          <p:cNvPr id="8" name="Content Placeholder 7">
            <a:extLst>
              <a:ext uri="{FF2B5EF4-FFF2-40B4-BE49-F238E27FC236}">
                <a16:creationId xmlns:a16="http://schemas.microsoft.com/office/drawing/2014/main" id="{0F76D5E5-9102-0C2B-07CC-0BFDF9F3520E}"/>
              </a:ext>
            </a:extLst>
          </p:cNvPr>
          <p:cNvPicPr>
            <a:picLocks noGrp="1" noChangeAspect="1"/>
          </p:cNvPicPr>
          <p:nvPr>
            <p:ph sz="half" idx="3"/>
          </p:nvPr>
        </p:nvPicPr>
        <p:blipFill>
          <a:blip r:embed="rId3"/>
          <a:stretch>
            <a:fillRect/>
          </a:stretch>
        </p:blipFill>
        <p:spPr>
          <a:xfrm>
            <a:off x="7173728" y="1576917"/>
            <a:ext cx="3019502" cy="4582583"/>
          </a:xfrm>
          <a:prstGeom prst="rect">
            <a:avLst/>
          </a:prstGeom>
        </p:spPr>
      </p:pic>
    </p:spTree>
    <p:extLst>
      <p:ext uri="{BB962C8B-B14F-4D97-AF65-F5344CB8AC3E}">
        <p14:creationId xmlns:p14="http://schemas.microsoft.com/office/powerpoint/2010/main" val="4868565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D55AD-9978-6C26-229F-FA1D52539927}"/>
              </a:ext>
            </a:extLst>
          </p:cNvPr>
          <p:cNvSpPr>
            <a:spLocks noGrp="1"/>
          </p:cNvSpPr>
          <p:nvPr>
            <p:ph type="title"/>
          </p:nvPr>
        </p:nvSpPr>
        <p:spPr>
          <a:xfrm>
            <a:off x="2032000" y="842059"/>
            <a:ext cx="7941522" cy="230833"/>
          </a:xfrm>
        </p:spPr>
        <p:txBody>
          <a:bodyPr/>
          <a:lstStyle/>
          <a:p>
            <a:r>
              <a:rPr lang="en-IN" sz="1500" dirty="0"/>
              <a:t>ROUTE PLANNER</a:t>
            </a:r>
          </a:p>
        </p:txBody>
      </p:sp>
      <p:pic>
        <p:nvPicPr>
          <p:cNvPr id="6" name="Content Placeholder 5">
            <a:extLst>
              <a:ext uri="{FF2B5EF4-FFF2-40B4-BE49-F238E27FC236}">
                <a16:creationId xmlns:a16="http://schemas.microsoft.com/office/drawing/2014/main" id="{5A3D7C2B-D811-499D-BC8D-260A46C5A5D9}"/>
              </a:ext>
            </a:extLst>
          </p:cNvPr>
          <p:cNvPicPr>
            <a:picLocks noGrp="1" noChangeAspect="1"/>
          </p:cNvPicPr>
          <p:nvPr>
            <p:ph sz="half" idx="2"/>
          </p:nvPr>
        </p:nvPicPr>
        <p:blipFill>
          <a:blip r:embed="rId2"/>
          <a:stretch>
            <a:fillRect/>
          </a:stretch>
        </p:blipFill>
        <p:spPr>
          <a:xfrm>
            <a:off x="2032000" y="1576970"/>
            <a:ext cx="3048000" cy="4646031"/>
          </a:xfrm>
          <a:prstGeom prst="rect">
            <a:avLst/>
          </a:prstGeom>
        </p:spPr>
      </p:pic>
      <p:pic>
        <p:nvPicPr>
          <p:cNvPr id="8" name="Content Placeholder 7">
            <a:extLst>
              <a:ext uri="{FF2B5EF4-FFF2-40B4-BE49-F238E27FC236}">
                <a16:creationId xmlns:a16="http://schemas.microsoft.com/office/drawing/2014/main" id="{B7BD4B50-461F-9749-CA71-1C75A1CF445B}"/>
              </a:ext>
            </a:extLst>
          </p:cNvPr>
          <p:cNvPicPr>
            <a:picLocks noGrp="1" noChangeAspect="1"/>
          </p:cNvPicPr>
          <p:nvPr>
            <p:ph sz="half" idx="3"/>
          </p:nvPr>
        </p:nvPicPr>
        <p:blipFill>
          <a:blip r:embed="rId3"/>
          <a:stretch>
            <a:fillRect/>
          </a:stretch>
        </p:blipFill>
        <p:spPr>
          <a:xfrm>
            <a:off x="6921500" y="1576917"/>
            <a:ext cx="3281580" cy="4646031"/>
          </a:xfrm>
          <a:prstGeom prst="rect">
            <a:avLst/>
          </a:prstGeom>
        </p:spPr>
      </p:pic>
    </p:spTree>
    <p:extLst>
      <p:ext uri="{BB962C8B-B14F-4D97-AF65-F5344CB8AC3E}">
        <p14:creationId xmlns:p14="http://schemas.microsoft.com/office/powerpoint/2010/main" val="26085626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F9BBB42B-8324-760D-C2CC-650AF6719764}"/>
              </a:ext>
            </a:extLst>
          </p:cNvPr>
          <p:cNvPicPr>
            <a:picLocks noGrp="1" noChangeAspect="1"/>
          </p:cNvPicPr>
          <p:nvPr>
            <p:ph sz="half" idx="2"/>
          </p:nvPr>
        </p:nvPicPr>
        <p:blipFill>
          <a:blip r:embed="rId2"/>
          <a:stretch>
            <a:fillRect/>
          </a:stretch>
        </p:blipFill>
        <p:spPr>
          <a:xfrm>
            <a:off x="1962553" y="1105958"/>
            <a:ext cx="3550984" cy="4646083"/>
          </a:xfrm>
          <a:prstGeom prst="rect">
            <a:avLst/>
          </a:prstGeom>
        </p:spPr>
      </p:pic>
      <p:pic>
        <p:nvPicPr>
          <p:cNvPr id="8" name="Content Placeholder 7">
            <a:extLst>
              <a:ext uri="{FF2B5EF4-FFF2-40B4-BE49-F238E27FC236}">
                <a16:creationId xmlns:a16="http://schemas.microsoft.com/office/drawing/2014/main" id="{A123B051-014E-7AE8-980A-E9A29BCE35FB}"/>
              </a:ext>
            </a:extLst>
          </p:cNvPr>
          <p:cNvPicPr>
            <a:picLocks noGrp="1" noChangeAspect="1"/>
          </p:cNvPicPr>
          <p:nvPr>
            <p:ph sz="half" idx="3"/>
          </p:nvPr>
        </p:nvPicPr>
        <p:blipFill>
          <a:blip r:embed="rId3"/>
          <a:stretch>
            <a:fillRect/>
          </a:stretch>
        </p:blipFill>
        <p:spPr>
          <a:xfrm>
            <a:off x="7013776" y="1105958"/>
            <a:ext cx="3360486" cy="4668495"/>
          </a:xfrm>
          <a:prstGeom prst="rect">
            <a:avLst/>
          </a:prstGeom>
        </p:spPr>
      </p:pic>
    </p:spTree>
    <p:extLst>
      <p:ext uri="{BB962C8B-B14F-4D97-AF65-F5344CB8AC3E}">
        <p14:creationId xmlns:p14="http://schemas.microsoft.com/office/powerpoint/2010/main" val="37202586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0FCAF-A3AE-5092-A14C-F19B14E8A5E8}"/>
              </a:ext>
            </a:extLst>
          </p:cNvPr>
          <p:cNvSpPr>
            <a:spLocks noGrp="1"/>
          </p:cNvSpPr>
          <p:nvPr>
            <p:ph type="title"/>
          </p:nvPr>
        </p:nvSpPr>
        <p:spPr>
          <a:xfrm>
            <a:off x="838200" y="2766218"/>
            <a:ext cx="10515600" cy="1325563"/>
          </a:xfrm>
        </p:spPr>
        <p:txBody>
          <a:bodyPr>
            <a:normAutofit/>
          </a:bodyPr>
          <a:lstStyle/>
          <a:p>
            <a:pPr algn="ctr"/>
            <a:r>
              <a:rPr lang="en-GB" sz="2400" b="1" dirty="0">
                <a:latin typeface="Times New Roman" panose="02020603050405020304" pitchFamily="18" charset="0"/>
                <a:cs typeface="Times New Roman" panose="02020603050405020304" pitchFamily="18" charset="0"/>
              </a:rPr>
              <a:t>IMPLEMENTATION DEMO</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782501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296</TotalTime>
  <Words>587</Words>
  <Application>Microsoft Office PowerPoint</Application>
  <PresentationFormat>Widescreen</PresentationFormat>
  <Paragraphs>67</Paragraphs>
  <Slides>18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Aptos</vt:lpstr>
      <vt:lpstr>Aptos Display</vt:lpstr>
      <vt:lpstr>Arial</vt:lpstr>
      <vt:lpstr>Calibri</vt:lpstr>
      <vt:lpstr>Times New Roman</vt:lpstr>
      <vt:lpstr>Verdana</vt:lpstr>
      <vt:lpstr>Office Theme</vt:lpstr>
      <vt:lpstr>PowerPoint Presentation</vt:lpstr>
      <vt:lpstr>OUTLINE</vt:lpstr>
      <vt:lpstr>ABSTRACT</vt:lpstr>
      <vt:lpstr>OVERALL DESIGN</vt:lpstr>
      <vt:lpstr>PowerPoint Presentation</vt:lpstr>
      <vt:lpstr>EXPERIMENTAL RESULTS</vt:lpstr>
      <vt:lpstr>PowerPoint Presentation</vt:lpstr>
      <vt:lpstr>PowerPoint Presentation</vt:lpstr>
      <vt:lpstr>CONCLUSION</vt:lpstr>
      <vt:lpstr>FUTURE ENHANCEMENT</vt:lpstr>
      <vt:lpstr>REFERENCES</vt:lpstr>
      <vt:lpstr>CONTRIBUTION - IMPACT</vt:lpstr>
      <vt:lpstr>CODE STRUCTURE</vt:lpstr>
      <vt:lpstr>100 %  CODE IMPLEMENTATION</vt:lpstr>
      <vt:lpstr>MODEL TRAINING</vt:lpstr>
      <vt:lpstr>ROUTE PLANNER</vt:lpstr>
      <vt:lpstr>PowerPoint Presentation</vt:lpstr>
      <vt:lpstr>IMPLEMENTATION DEMO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sandeep kumar malleswarapu</dc:creator>
  <cp:lastModifiedBy>Nikhil Narsingoju</cp:lastModifiedBy>
  <cp:revision>4</cp:revision>
  <dcterms:created xsi:type="dcterms:W3CDTF">2026-03-11T14:49:00Z</dcterms:created>
  <dcterms:modified xsi:type="dcterms:W3CDTF">2026-03-12T08:12:06Z</dcterms:modified>
</cp:coreProperties>
</file>